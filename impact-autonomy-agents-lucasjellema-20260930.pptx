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31"/>
  </p:notesMasterIdLst>
  <p:sldIdLst>
    <p:sldId id="13111" r:id="rId5"/>
    <p:sldId id="13135" r:id="rId6"/>
    <p:sldId id="13133" r:id="rId7"/>
    <p:sldId id="2147474675" r:id="rId8"/>
    <p:sldId id="13136" r:id="rId9"/>
    <p:sldId id="13137" r:id="rId10"/>
    <p:sldId id="13138" r:id="rId11"/>
    <p:sldId id="13145" r:id="rId12"/>
    <p:sldId id="13150" r:id="rId13"/>
    <p:sldId id="13139" r:id="rId14"/>
    <p:sldId id="13144" r:id="rId15"/>
    <p:sldId id="13140" r:id="rId16"/>
    <p:sldId id="13142" r:id="rId17"/>
    <p:sldId id="13143" r:id="rId18"/>
    <p:sldId id="13149" r:id="rId19"/>
    <p:sldId id="13141" r:id="rId20"/>
    <p:sldId id="2147474669" r:id="rId21"/>
    <p:sldId id="2147474668" r:id="rId22"/>
    <p:sldId id="2147474671" r:id="rId23"/>
    <p:sldId id="2147474670" r:id="rId24"/>
    <p:sldId id="2147474673" r:id="rId25"/>
    <p:sldId id="13147" r:id="rId26"/>
    <p:sldId id="13146" r:id="rId27"/>
    <p:sldId id="2147474672" r:id="rId28"/>
    <p:sldId id="2147474674" r:id="rId29"/>
    <p:sldId id="13134" r:id="rId30"/>
  </p:sldIdLst>
  <p:sldSz cx="12192000" cy="6858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  <p:embeddedFont>
      <p:font typeface="Segoe UI Light" panose="020B0502040204020203" pitchFamily="34" charset="0"/>
      <p:regular r:id="rId37"/>
      <p:italic r:id="rId38"/>
    </p:embeddedFont>
    <p:embeddedFont>
      <p:font typeface="Source Serif 4 48pt" panose="02040503040405020204" pitchFamily="18" charset="0"/>
      <p:italic r:id="rId39"/>
    </p:embeddedFont>
    <p:embeddedFont>
      <p:font typeface="Source Serif 4 SemiBold" panose="020B0604020202020204" charset="0"/>
      <p:regular r:id="rId40"/>
      <p:bold r:id="rId41"/>
      <p:italic r:id="rId42"/>
      <p:boldItalic r:id="rId43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F39469-7DA8-4D02-80E0-97C0EB34DD7D}">
          <p14:sldIdLst>
            <p14:sldId id="13111"/>
            <p14:sldId id="13135"/>
            <p14:sldId id="13133"/>
            <p14:sldId id="2147474675"/>
            <p14:sldId id="13136"/>
            <p14:sldId id="13137"/>
            <p14:sldId id="13138"/>
            <p14:sldId id="13145"/>
            <p14:sldId id="13150"/>
            <p14:sldId id="13139"/>
            <p14:sldId id="13144"/>
            <p14:sldId id="13140"/>
            <p14:sldId id="13142"/>
            <p14:sldId id="13143"/>
            <p14:sldId id="13149"/>
            <p14:sldId id="13141"/>
            <p14:sldId id="2147474669"/>
            <p14:sldId id="2147474668"/>
            <p14:sldId id="2147474671"/>
            <p14:sldId id="2147474670"/>
            <p14:sldId id="2147474673"/>
            <p14:sldId id="13147"/>
            <p14:sldId id="13146"/>
            <p14:sldId id="2147474672"/>
          </p14:sldIdLst>
        </p14:section>
        <p14:section name="background" id="{F8162815-C28F-4549-AED6-D0842417E04C}">
          <p14:sldIdLst>
            <p14:sldId id="2147474674"/>
            <p14:sldId id="131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3DEE0E-0E0F-4E79-9191-3B27A58F97B4}" v="678" dt="2026-09-29T05:44:05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6" autoAdjust="0"/>
  </p:normalViewPr>
  <p:slideViewPr>
    <p:cSldViewPr snapToGrid="0" showGuides="1">
      <p:cViewPr>
        <p:scale>
          <a:sx n="50" d="100"/>
          <a:sy n="50" d="100"/>
        </p:scale>
        <p:origin x="1373" y="6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Jellema" userId="7e183fbb-84e0-44b3-9b03-0792bc8d162b" providerId="ADAL" clId="{73E2A6C5-4355-48DA-BF82-54E515B70C33}"/>
    <pc:docChg chg="undo redo custSel addSld delSld modSld sldOrd addSection modSection">
      <pc:chgData name="Lucas Jellema" userId="7e183fbb-84e0-44b3-9b03-0792bc8d162b" providerId="ADAL" clId="{73E2A6C5-4355-48DA-BF82-54E515B70C33}" dt="2026-09-29T06:11:11.205" v="5304"/>
      <pc:docMkLst>
        <pc:docMk/>
      </pc:docMkLst>
      <pc:sldChg chg="modSp mod">
        <pc:chgData name="Lucas Jellema" userId="7e183fbb-84e0-44b3-9b03-0792bc8d162b" providerId="ADAL" clId="{73E2A6C5-4355-48DA-BF82-54E515B70C33}" dt="2026-09-25T06:24:18.855" v="36" actId="14100"/>
        <pc:sldMkLst>
          <pc:docMk/>
          <pc:sldMk cId="2591186401" sldId="13111"/>
        </pc:sldMkLst>
        <pc:spChg chg="mod">
          <ac:chgData name="Lucas Jellema" userId="7e183fbb-84e0-44b3-9b03-0792bc8d162b" providerId="ADAL" clId="{73E2A6C5-4355-48DA-BF82-54E515B70C33}" dt="2026-09-25T06:24:18.855" v="36" actId="14100"/>
          <ac:spMkLst>
            <pc:docMk/>
            <pc:sldMk cId="2591186401" sldId="13111"/>
            <ac:spMk id="12" creationId="{210DDCE2-8D2C-03F7-33E0-896BC3792694}"/>
          </ac:spMkLst>
        </pc:spChg>
        <pc:spChg chg="mod">
          <ac:chgData name="Lucas Jellema" userId="7e183fbb-84e0-44b3-9b03-0792bc8d162b" providerId="ADAL" clId="{73E2A6C5-4355-48DA-BF82-54E515B70C33}" dt="2026-09-25T06:24:05.173" v="6" actId="404"/>
          <ac:spMkLst>
            <pc:docMk/>
            <pc:sldMk cId="2591186401" sldId="13111"/>
            <ac:spMk id="13" creationId="{16079128-3BD8-7C3C-A2CD-54D403E66D84}"/>
          </ac:spMkLst>
        </pc:spChg>
      </pc:sldChg>
      <pc:sldChg chg="del">
        <pc:chgData name="Lucas Jellema" userId="7e183fbb-84e0-44b3-9b03-0792bc8d162b" providerId="ADAL" clId="{73E2A6C5-4355-48DA-BF82-54E515B70C33}" dt="2026-09-28T06:45:01.746" v="2813" actId="47"/>
        <pc:sldMkLst>
          <pc:docMk/>
          <pc:sldMk cId="2329109884" sldId="13128"/>
        </pc:sldMkLst>
      </pc:sldChg>
      <pc:sldChg chg="addSp modSp del mod ord">
        <pc:chgData name="Lucas Jellema" userId="7e183fbb-84e0-44b3-9b03-0792bc8d162b" providerId="ADAL" clId="{73E2A6C5-4355-48DA-BF82-54E515B70C33}" dt="2026-09-28T06:45:01.746" v="2813" actId="47"/>
        <pc:sldMkLst>
          <pc:docMk/>
          <pc:sldMk cId="2856448113" sldId="13129"/>
        </pc:sldMkLst>
      </pc:sldChg>
      <pc:sldChg chg="modSp del mod">
        <pc:chgData name="Lucas Jellema" userId="7e183fbb-84e0-44b3-9b03-0792bc8d162b" providerId="ADAL" clId="{73E2A6C5-4355-48DA-BF82-54E515B70C33}" dt="2026-09-28T07:27:26.248" v="2981" actId="2696"/>
        <pc:sldMkLst>
          <pc:docMk/>
          <pc:sldMk cId="291631108" sldId="13132"/>
        </pc:sldMkLst>
      </pc:sldChg>
      <pc:sldChg chg="addSp delSp modSp mod ord delAnim modAnim">
        <pc:chgData name="Lucas Jellema" userId="7e183fbb-84e0-44b3-9b03-0792bc8d162b" providerId="ADAL" clId="{73E2A6C5-4355-48DA-BF82-54E515B70C33}" dt="2026-09-28T10:12:17.194" v="3961" actId="2085"/>
        <pc:sldMkLst>
          <pc:docMk/>
          <pc:sldMk cId="112587121" sldId="13133"/>
        </pc:sldMkLst>
        <pc:spChg chg="add del mod">
          <ac:chgData name="Lucas Jellema" userId="7e183fbb-84e0-44b3-9b03-0792bc8d162b" providerId="ADAL" clId="{73E2A6C5-4355-48DA-BF82-54E515B70C33}" dt="2026-09-28T06:48:50.732" v="2885" actId="478"/>
          <ac:spMkLst>
            <pc:docMk/>
            <pc:sldMk cId="112587121" sldId="13133"/>
            <ac:spMk id="5" creationId="{CB2E74EF-D6CB-4826-E451-315B764181D4}"/>
          </ac:spMkLst>
        </pc:spChg>
        <pc:spChg chg="add mod">
          <ac:chgData name="Lucas Jellema" userId="7e183fbb-84e0-44b3-9b03-0792bc8d162b" providerId="ADAL" clId="{73E2A6C5-4355-48DA-BF82-54E515B70C33}" dt="2026-09-28T10:12:17.194" v="3961" actId="2085"/>
          <ac:spMkLst>
            <pc:docMk/>
            <pc:sldMk cId="112587121" sldId="13133"/>
            <ac:spMk id="8" creationId="{BC943311-EAA2-8F5D-E78D-3E355C301F8D}"/>
          </ac:spMkLst>
        </pc:spChg>
        <pc:spChg chg="mod">
          <ac:chgData name="Lucas Jellema" userId="7e183fbb-84e0-44b3-9b03-0792bc8d162b" providerId="ADAL" clId="{73E2A6C5-4355-48DA-BF82-54E515B70C33}" dt="2026-09-28T07:26:14.464" v="2980" actId="14100"/>
          <ac:spMkLst>
            <pc:docMk/>
            <pc:sldMk cId="112587121" sldId="13133"/>
            <ac:spMk id="12" creationId="{621B73B4-408A-2337-4DEB-63BC263C0DF1}"/>
          </ac:spMkLst>
        </pc:spChg>
        <pc:spChg chg="del">
          <ac:chgData name="Lucas Jellema" userId="7e183fbb-84e0-44b3-9b03-0792bc8d162b" providerId="ADAL" clId="{73E2A6C5-4355-48DA-BF82-54E515B70C33}" dt="2026-09-28T06:48:36.070" v="2884" actId="478"/>
          <ac:spMkLst>
            <pc:docMk/>
            <pc:sldMk cId="112587121" sldId="13133"/>
            <ac:spMk id="16" creationId="{063A4B7C-FDE0-2022-98FF-6518469241ED}"/>
          </ac:spMkLst>
        </pc:spChg>
        <pc:spChg chg="mod">
          <ac:chgData name="Lucas Jellema" userId="7e183fbb-84e0-44b3-9b03-0792bc8d162b" providerId="ADAL" clId="{73E2A6C5-4355-48DA-BF82-54E515B70C33}" dt="2026-09-28T07:25:26.816" v="2921" actId="20577"/>
          <ac:spMkLst>
            <pc:docMk/>
            <pc:sldMk cId="112587121" sldId="13133"/>
            <ac:spMk id="18" creationId="{6C5E10D3-2E0D-D3A9-84DF-E4A17009161A}"/>
          </ac:spMkLst>
        </pc:spChg>
        <pc:picChg chg="mod">
          <ac:chgData name="Lucas Jellema" userId="7e183fbb-84e0-44b3-9b03-0792bc8d162b" providerId="ADAL" clId="{73E2A6C5-4355-48DA-BF82-54E515B70C33}" dt="2026-09-28T06:48:53.093" v="2886" actId="1076"/>
          <ac:picMkLst>
            <pc:docMk/>
            <pc:sldMk cId="112587121" sldId="13133"/>
            <ac:picMk id="3" creationId="{7623F98C-1C9B-F829-9A57-DE61F321413F}"/>
          </ac:picMkLst>
        </pc:picChg>
        <pc:picChg chg="add del mod">
          <ac:chgData name="Lucas Jellema" userId="7e183fbb-84e0-44b3-9b03-0792bc8d162b" providerId="ADAL" clId="{73E2A6C5-4355-48DA-BF82-54E515B70C33}" dt="2026-09-28T10:11:40.888" v="3958" actId="478"/>
          <ac:picMkLst>
            <pc:docMk/>
            <pc:sldMk cId="112587121" sldId="13133"/>
            <ac:picMk id="7" creationId="{C697103E-ACA7-A569-DF4D-3DF1B52F4750}"/>
          </ac:picMkLst>
        </pc:picChg>
      </pc:sldChg>
      <pc:sldChg chg="addSp delSp modSp new mod ord modShow">
        <pc:chgData name="Lucas Jellema" userId="7e183fbb-84e0-44b3-9b03-0792bc8d162b" providerId="ADAL" clId="{73E2A6C5-4355-48DA-BF82-54E515B70C33}" dt="2026-09-29T06:11:11.205" v="5304"/>
        <pc:sldMkLst>
          <pc:docMk/>
          <pc:sldMk cId="1594282728" sldId="13134"/>
        </pc:sldMkLst>
        <pc:spChg chg="add mod">
          <ac:chgData name="Lucas Jellema" userId="7e183fbb-84e0-44b3-9b03-0792bc8d162b" providerId="ADAL" clId="{73E2A6C5-4355-48DA-BF82-54E515B70C33}" dt="2026-09-28T06:45:34.754" v="2861" actId="478"/>
          <ac:spMkLst>
            <pc:docMk/>
            <pc:sldMk cId="1594282728" sldId="13134"/>
            <ac:spMk id="13" creationId="{080B730C-D682-3A7B-E7A9-B6EC9FAC3E98}"/>
          </ac:spMkLst>
        </pc:spChg>
        <pc:picChg chg="add del mod ord">
          <ac:chgData name="Lucas Jellema" userId="7e183fbb-84e0-44b3-9b03-0792bc8d162b" providerId="ADAL" clId="{73E2A6C5-4355-48DA-BF82-54E515B70C33}" dt="2026-09-28T06:45:34.754" v="2861" actId="478"/>
          <ac:picMkLst>
            <pc:docMk/>
            <pc:sldMk cId="1594282728" sldId="13134"/>
            <ac:picMk id="9" creationId="{50DDC659-7C0A-956A-8D3C-AC9252D7ED80}"/>
          </ac:picMkLst>
        </pc:picChg>
        <pc:picChg chg="add mod">
          <ac:chgData name="Lucas Jellema" userId="7e183fbb-84e0-44b3-9b03-0792bc8d162b" providerId="ADAL" clId="{73E2A6C5-4355-48DA-BF82-54E515B70C33}" dt="2026-09-26T07:31:14.688" v="47" actId="1076"/>
          <ac:picMkLst>
            <pc:docMk/>
            <pc:sldMk cId="1594282728" sldId="13134"/>
            <ac:picMk id="11" creationId="{D08B3E7C-ACD2-D5AA-4E27-46DE6CBF78FC}"/>
          </ac:picMkLst>
        </pc:picChg>
      </pc:sldChg>
      <pc:sldChg chg="addSp modSp new mod modAnim">
        <pc:chgData name="Lucas Jellema" userId="7e183fbb-84e0-44b3-9b03-0792bc8d162b" providerId="ADAL" clId="{73E2A6C5-4355-48DA-BF82-54E515B70C33}" dt="2026-09-28T06:45:21.556" v="2860" actId="20577"/>
        <pc:sldMkLst>
          <pc:docMk/>
          <pc:sldMk cId="1432638815" sldId="13135"/>
        </pc:sldMkLst>
        <pc:spChg chg="mod">
          <ac:chgData name="Lucas Jellema" userId="7e183fbb-84e0-44b3-9b03-0792bc8d162b" providerId="ADAL" clId="{73E2A6C5-4355-48DA-BF82-54E515B70C33}" dt="2026-09-28T06:45:21.556" v="2860" actId="20577"/>
          <ac:spMkLst>
            <pc:docMk/>
            <pc:sldMk cId="1432638815" sldId="13135"/>
            <ac:spMk id="3" creationId="{C7894C95-638F-2754-582C-3046A675AE4E}"/>
          </ac:spMkLst>
        </pc:spChg>
        <pc:picChg chg="add mod">
          <ac:chgData name="Lucas Jellema" userId="7e183fbb-84e0-44b3-9b03-0792bc8d162b" providerId="ADAL" clId="{73E2A6C5-4355-48DA-BF82-54E515B70C33}" dt="2026-09-26T07:32:22.444" v="52" actId="1076"/>
          <ac:picMkLst>
            <pc:docMk/>
            <pc:sldMk cId="1432638815" sldId="13135"/>
            <ac:picMk id="8" creationId="{2C41DC22-5BF2-3964-865D-12C82E9E470D}"/>
          </ac:picMkLst>
        </pc:picChg>
      </pc:sldChg>
      <pc:sldChg chg="addSp modSp new mod modAnim">
        <pc:chgData name="Lucas Jellema" userId="7e183fbb-84e0-44b3-9b03-0792bc8d162b" providerId="ADAL" clId="{73E2A6C5-4355-48DA-BF82-54E515B70C33}" dt="2026-09-27T05:28:21.525" v="505"/>
        <pc:sldMkLst>
          <pc:docMk/>
          <pc:sldMk cId="4099855408" sldId="13136"/>
        </pc:sldMkLst>
        <pc:picChg chg="add mod">
          <ac:chgData name="Lucas Jellema" userId="7e183fbb-84e0-44b3-9b03-0792bc8d162b" providerId="ADAL" clId="{73E2A6C5-4355-48DA-BF82-54E515B70C33}" dt="2026-09-27T05:25:51.195" v="502" actId="1076"/>
          <ac:picMkLst>
            <pc:docMk/>
            <pc:sldMk cId="4099855408" sldId="13136"/>
            <ac:picMk id="9" creationId="{6F3A2215-234B-E5C1-88A2-8E177A07B80B}"/>
          </ac:picMkLst>
        </pc:picChg>
        <pc:picChg chg="add mod">
          <ac:chgData name="Lucas Jellema" userId="7e183fbb-84e0-44b3-9b03-0792bc8d162b" providerId="ADAL" clId="{73E2A6C5-4355-48DA-BF82-54E515B70C33}" dt="2026-09-27T05:25:30.510" v="500" actId="1076"/>
          <ac:picMkLst>
            <pc:docMk/>
            <pc:sldMk cId="4099855408" sldId="13136"/>
            <ac:picMk id="11" creationId="{0BBB474B-F6F2-534A-CBB1-52719F9FCCF1}"/>
          </ac:picMkLst>
        </pc:picChg>
      </pc:sldChg>
      <pc:sldChg chg="add modTransition">
        <pc:chgData name="Lucas Jellema" userId="7e183fbb-84e0-44b3-9b03-0792bc8d162b" providerId="ADAL" clId="{73E2A6C5-4355-48DA-BF82-54E515B70C33}" dt="2026-09-27T05:28:27.725" v="506"/>
        <pc:sldMkLst>
          <pc:docMk/>
          <pc:sldMk cId="3726836023" sldId="13137"/>
        </pc:sldMkLst>
      </pc:sldChg>
      <pc:sldChg chg="addSp modSp add mod modTransition">
        <pc:chgData name="Lucas Jellema" userId="7e183fbb-84e0-44b3-9b03-0792bc8d162b" providerId="ADAL" clId="{73E2A6C5-4355-48DA-BF82-54E515B70C33}" dt="2026-09-27T05:30:13.876" v="528"/>
        <pc:sldMkLst>
          <pc:docMk/>
          <pc:sldMk cId="3135181652" sldId="13138"/>
        </pc:sldMkLst>
        <pc:picChg chg="mod">
          <ac:chgData name="Lucas Jellema" userId="7e183fbb-84e0-44b3-9b03-0792bc8d162b" providerId="ADAL" clId="{73E2A6C5-4355-48DA-BF82-54E515B70C33}" dt="2026-09-27T05:28:48.338" v="513" actId="1076"/>
          <ac:picMkLst>
            <pc:docMk/>
            <pc:sldMk cId="3135181652" sldId="13138"/>
            <ac:picMk id="9" creationId="{F9C7BCE3-C568-5CE2-05CB-A568E375B29A}"/>
          </ac:picMkLst>
        </pc:picChg>
        <pc:picChg chg="add mod">
          <ac:chgData name="Lucas Jellema" userId="7e183fbb-84e0-44b3-9b03-0792bc8d162b" providerId="ADAL" clId="{73E2A6C5-4355-48DA-BF82-54E515B70C33}" dt="2026-09-27T05:30:06.894" v="526" actId="1076"/>
          <ac:picMkLst>
            <pc:docMk/>
            <pc:sldMk cId="3135181652" sldId="13138"/>
            <ac:picMk id="10" creationId="{26DC2D1A-DE95-8FFA-8937-E5E0E0AFD9BC}"/>
          </ac:picMkLst>
        </pc:picChg>
        <pc:picChg chg="add mod">
          <ac:chgData name="Lucas Jellema" userId="7e183fbb-84e0-44b3-9b03-0792bc8d162b" providerId="ADAL" clId="{73E2A6C5-4355-48DA-BF82-54E515B70C33}" dt="2026-09-27T05:30:08.670" v="527" actId="1076"/>
          <ac:picMkLst>
            <pc:docMk/>
            <pc:sldMk cId="3135181652" sldId="13138"/>
            <ac:picMk id="11" creationId="{8FFF4799-8831-4B1C-BE30-E70CE9E559F0}"/>
          </ac:picMkLst>
        </pc:picChg>
      </pc:sldChg>
      <pc:sldChg chg="addSp delSp modSp new mod">
        <pc:chgData name="Lucas Jellema" userId="7e183fbb-84e0-44b3-9b03-0792bc8d162b" providerId="ADAL" clId="{73E2A6C5-4355-48DA-BF82-54E515B70C33}" dt="2026-09-27T05:41:01.679" v="796" actId="14100"/>
        <pc:sldMkLst>
          <pc:docMk/>
          <pc:sldMk cId="3847034073" sldId="13139"/>
        </pc:sldMkLst>
        <pc:spChg chg="mod">
          <ac:chgData name="Lucas Jellema" userId="7e183fbb-84e0-44b3-9b03-0792bc8d162b" providerId="ADAL" clId="{73E2A6C5-4355-48DA-BF82-54E515B70C33}" dt="2026-09-27T05:31:22.462" v="559" actId="20577"/>
          <ac:spMkLst>
            <pc:docMk/>
            <pc:sldMk cId="3847034073" sldId="13139"/>
            <ac:spMk id="3" creationId="{6ABD27D5-8017-3FB7-8ED5-8E4073C3740D}"/>
          </ac:spMkLst>
        </pc:spChg>
        <pc:spChg chg="add mod">
          <ac:chgData name="Lucas Jellema" userId="7e183fbb-84e0-44b3-9b03-0792bc8d162b" providerId="ADAL" clId="{73E2A6C5-4355-48DA-BF82-54E515B70C33}" dt="2026-09-27T05:37:01.434" v="577" actId="121"/>
          <ac:spMkLst>
            <pc:docMk/>
            <pc:sldMk cId="3847034073" sldId="13139"/>
            <ac:spMk id="9" creationId="{CD783CC4-0534-0CA6-60ED-84B110F090A5}"/>
          </ac:spMkLst>
        </pc:spChg>
        <pc:spChg chg="add mod">
          <ac:chgData name="Lucas Jellema" userId="7e183fbb-84e0-44b3-9b03-0792bc8d162b" providerId="ADAL" clId="{73E2A6C5-4355-48DA-BF82-54E515B70C33}" dt="2026-09-27T05:39:25.651" v="682" actId="14100"/>
          <ac:spMkLst>
            <pc:docMk/>
            <pc:sldMk cId="3847034073" sldId="13139"/>
            <ac:spMk id="11" creationId="{7A34E479-8660-59E9-DCF9-843A6851131B}"/>
          </ac:spMkLst>
        </pc:spChg>
        <pc:spChg chg="add mod">
          <ac:chgData name="Lucas Jellema" userId="7e183fbb-84e0-44b3-9b03-0792bc8d162b" providerId="ADAL" clId="{73E2A6C5-4355-48DA-BF82-54E515B70C33}" dt="2026-09-27T05:41:01.679" v="796" actId="14100"/>
          <ac:spMkLst>
            <pc:docMk/>
            <pc:sldMk cId="3847034073" sldId="13139"/>
            <ac:spMk id="12" creationId="{5EF1E1E1-4457-6FAA-30AE-25A1B942DA23}"/>
          </ac:spMkLst>
        </pc:spChg>
        <pc:picChg chg="add mod modCrop">
          <ac:chgData name="Lucas Jellema" userId="7e183fbb-84e0-44b3-9b03-0792bc8d162b" providerId="ADAL" clId="{73E2A6C5-4355-48DA-BF82-54E515B70C33}" dt="2026-09-27T05:37:33.116" v="579" actId="1076"/>
          <ac:picMkLst>
            <pc:docMk/>
            <pc:sldMk cId="3847034073" sldId="13139"/>
            <ac:picMk id="8" creationId="{7B8B733B-0DE0-D7D0-2D6E-A140E5CC5097}"/>
          </ac:picMkLst>
        </pc:picChg>
      </pc:sldChg>
      <pc:sldChg chg="addSp modSp new mod modAnim">
        <pc:chgData name="Lucas Jellema" userId="7e183fbb-84e0-44b3-9b03-0792bc8d162b" providerId="ADAL" clId="{73E2A6C5-4355-48DA-BF82-54E515B70C33}" dt="2026-09-27T05:56:29.750" v="1152"/>
        <pc:sldMkLst>
          <pc:docMk/>
          <pc:sldMk cId="3619809549" sldId="13140"/>
        </pc:sldMkLst>
        <pc:spChg chg="mod">
          <ac:chgData name="Lucas Jellema" userId="7e183fbb-84e0-44b3-9b03-0792bc8d162b" providerId="ADAL" clId="{73E2A6C5-4355-48DA-BF82-54E515B70C33}" dt="2026-09-27T05:51:24.753" v="1078" actId="20577"/>
          <ac:spMkLst>
            <pc:docMk/>
            <pc:sldMk cId="3619809549" sldId="13140"/>
            <ac:spMk id="3" creationId="{EDCA3AF2-E130-3730-D61D-EC7B1584B050}"/>
          </ac:spMkLst>
        </pc:spChg>
        <pc:spChg chg="mod">
          <ac:chgData name="Lucas Jellema" userId="7e183fbb-84e0-44b3-9b03-0792bc8d162b" providerId="ADAL" clId="{73E2A6C5-4355-48DA-BF82-54E515B70C33}" dt="2026-09-27T05:55:38.425" v="1136" actId="20577"/>
          <ac:spMkLst>
            <pc:docMk/>
            <pc:sldMk cId="3619809549" sldId="13140"/>
            <ac:spMk id="4" creationId="{3F7FEAFE-3B05-F61B-A396-19C472367AFB}"/>
          </ac:spMkLst>
        </pc:spChg>
        <pc:spChg chg="mod">
          <ac:chgData name="Lucas Jellema" userId="7e183fbb-84e0-44b3-9b03-0792bc8d162b" providerId="ADAL" clId="{73E2A6C5-4355-48DA-BF82-54E515B70C33}" dt="2026-09-27T05:43:16.370" v="944" actId="20577"/>
          <ac:spMkLst>
            <pc:docMk/>
            <pc:sldMk cId="3619809549" sldId="13140"/>
            <ac:spMk id="6" creationId="{813BB81C-8FA1-FFD0-3D09-8971487EF663}"/>
          </ac:spMkLst>
        </pc:spChg>
        <pc:spChg chg="add mod">
          <ac:chgData name="Lucas Jellema" userId="7e183fbb-84e0-44b3-9b03-0792bc8d162b" providerId="ADAL" clId="{73E2A6C5-4355-48DA-BF82-54E515B70C33}" dt="2026-09-27T05:56:25.323" v="1151" actId="14100"/>
          <ac:spMkLst>
            <pc:docMk/>
            <pc:sldMk cId="3619809549" sldId="13140"/>
            <ac:spMk id="9" creationId="{F077D2F0-44E5-0704-FB2F-A3853B07E2E2}"/>
          </ac:spMkLst>
        </pc:spChg>
        <pc:picChg chg="add mod">
          <ac:chgData name="Lucas Jellema" userId="7e183fbb-84e0-44b3-9b03-0792bc8d162b" providerId="ADAL" clId="{73E2A6C5-4355-48DA-BF82-54E515B70C33}" dt="2026-09-27T05:52:43.265" v="1080" actId="1076"/>
          <ac:picMkLst>
            <pc:docMk/>
            <pc:sldMk cId="3619809549" sldId="13140"/>
            <ac:picMk id="8" creationId="{6FD4242E-4C08-6E3F-1B5F-A95F671429E8}"/>
          </ac:picMkLst>
        </pc:picChg>
      </pc:sldChg>
      <pc:sldChg chg="addSp modSp add mod modAnim">
        <pc:chgData name="Lucas Jellema" userId="7e183fbb-84e0-44b3-9b03-0792bc8d162b" providerId="ADAL" clId="{73E2A6C5-4355-48DA-BF82-54E515B70C33}" dt="2026-09-28T10:10:01.870" v="3947" actId="20577"/>
        <pc:sldMkLst>
          <pc:docMk/>
          <pc:sldMk cId="3185190334" sldId="13141"/>
        </pc:sldMkLst>
        <pc:spChg chg="mod">
          <ac:chgData name="Lucas Jellema" userId="7e183fbb-84e0-44b3-9b03-0792bc8d162b" providerId="ADAL" clId="{73E2A6C5-4355-48DA-BF82-54E515B70C33}" dt="2026-09-28T10:10:01.870" v="3947" actId="20577"/>
          <ac:spMkLst>
            <pc:docMk/>
            <pc:sldMk cId="3185190334" sldId="13141"/>
            <ac:spMk id="4" creationId="{A29E339F-31B3-47AE-2B93-2FFFD828E732}"/>
          </ac:spMkLst>
        </pc:spChg>
        <pc:picChg chg="add mod">
          <ac:chgData name="Lucas Jellema" userId="7e183fbb-84e0-44b3-9b03-0792bc8d162b" providerId="ADAL" clId="{73E2A6C5-4355-48DA-BF82-54E515B70C33}" dt="2026-09-28T06:38:42.591" v="2673" actId="1076"/>
          <ac:picMkLst>
            <pc:docMk/>
            <pc:sldMk cId="3185190334" sldId="13141"/>
            <ac:picMk id="9" creationId="{6332E7AF-376D-29E9-8B15-CC18C0A7AD46}"/>
          </ac:picMkLst>
        </pc:picChg>
      </pc:sldChg>
      <pc:sldChg chg="addSp modSp add mod modAnim">
        <pc:chgData name="Lucas Jellema" userId="7e183fbb-84e0-44b3-9b03-0792bc8d162b" providerId="ADAL" clId="{73E2A6C5-4355-48DA-BF82-54E515B70C33}" dt="2026-09-27T06:48:05.433" v="1715" actId="167"/>
        <pc:sldMkLst>
          <pc:docMk/>
          <pc:sldMk cId="2597050319" sldId="13142"/>
        </pc:sldMkLst>
        <pc:spChg chg="add ord">
          <ac:chgData name="Lucas Jellema" userId="7e183fbb-84e0-44b3-9b03-0792bc8d162b" providerId="ADAL" clId="{73E2A6C5-4355-48DA-BF82-54E515B70C33}" dt="2026-09-27T06:48:05.433" v="1715" actId="167"/>
          <ac:spMkLst>
            <pc:docMk/>
            <pc:sldMk cId="2597050319" sldId="13142"/>
            <ac:spMk id="13" creationId="{F59FE008-C3B8-5B99-14E1-05D592523346}"/>
          </ac:spMkLst>
        </pc:spChg>
        <pc:spChg chg="add ord">
          <ac:chgData name="Lucas Jellema" userId="7e183fbb-84e0-44b3-9b03-0792bc8d162b" providerId="ADAL" clId="{73E2A6C5-4355-48DA-BF82-54E515B70C33}" dt="2026-09-27T06:48:05.433" v="1715" actId="167"/>
          <ac:spMkLst>
            <pc:docMk/>
            <pc:sldMk cId="2597050319" sldId="13142"/>
            <ac:spMk id="15" creationId="{139A9C54-6DB5-1461-1646-FE1DC2F97255}"/>
          </ac:spMkLst>
        </pc:spChg>
        <pc:picChg chg="mod">
          <ac:chgData name="Lucas Jellema" userId="7e183fbb-84e0-44b3-9b03-0792bc8d162b" providerId="ADAL" clId="{73E2A6C5-4355-48DA-BF82-54E515B70C33}" dt="2026-09-27T05:59:16.352" v="1156" actId="1076"/>
          <ac:picMkLst>
            <pc:docMk/>
            <pc:sldMk cId="2597050319" sldId="13142"/>
            <ac:picMk id="8" creationId="{CB8A1F2C-50DC-E28E-0E23-07513176EAF0}"/>
          </ac:picMkLst>
        </pc:picChg>
        <pc:picChg chg="add mod ord">
          <ac:chgData name="Lucas Jellema" userId="7e183fbb-84e0-44b3-9b03-0792bc8d162b" providerId="ADAL" clId="{73E2A6C5-4355-48DA-BF82-54E515B70C33}" dt="2026-09-27T05:59:42.528" v="1162" actId="167"/>
          <ac:picMkLst>
            <pc:docMk/>
            <pc:sldMk cId="2597050319" sldId="13142"/>
            <ac:picMk id="11" creationId="{4E99EEB6-17CD-EC2B-D518-7CA5FD902C26}"/>
          </ac:picMkLst>
        </pc:picChg>
      </pc:sldChg>
      <pc:sldChg chg="addSp delSp modSp new mod modTransition">
        <pc:chgData name="Lucas Jellema" userId="7e183fbb-84e0-44b3-9b03-0792bc8d162b" providerId="ADAL" clId="{73E2A6C5-4355-48DA-BF82-54E515B70C33}" dt="2026-09-28T06:08:12.700" v="2580" actId="1076"/>
        <pc:sldMkLst>
          <pc:docMk/>
          <pc:sldMk cId="640378979" sldId="13143"/>
        </pc:sldMkLst>
        <pc:spChg chg="mod">
          <ac:chgData name="Lucas Jellema" userId="7e183fbb-84e0-44b3-9b03-0792bc8d162b" providerId="ADAL" clId="{73E2A6C5-4355-48DA-BF82-54E515B70C33}" dt="2026-09-27T06:42:00.919" v="1328" actId="20577"/>
          <ac:spMkLst>
            <pc:docMk/>
            <pc:sldMk cId="640378979" sldId="13143"/>
            <ac:spMk id="3" creationId="{943CBA3E-A67E-FA1A-FBF3-65A7DDC0FBBB}"/>
          </ac:spMkLst>
        </pc:spChg>
        <pc:spChg chg="mod">
          <ac:chgData name="Lucas Jellema" userId="7e183fbb-84e0-44b3-9b03-0792bc8d162b" providerId="ADAL" clId="{73E2A6C5-4355-48DA-BF82-54E515B70C33}" dt="2026-09-28T05:48:04.073" v="1938" actId="20577"/>
          <ac:spMkLst>
            <pc:docMk/>
            <pc:sldMk cId="640378979" sldId="13143"/>
            <ac:spMk id="4" creationId="{9CEC3ACA-740B-4EE2-0E84-3EC6F3EC2D5F}"/>
          </ac:spMkLst>
        </pc:spChg>
        <pc:spChg chg="add mod topLvl">
          <ac:chgData name="Lucas Jellema" userId="7e183fbb-84e0-44b3-9b03-0792bc8d162b" providerId="ADAL" clId="{73E2A6C5-4355-48DA-BF82-54E515B70C33}" dt="2026-09-27T06:47:09.393" v="1709" actId="165"/>
          <ac:spMkLst>
            <pc:docMk/>
            <pc:sldMk cId="640378979" sldId="13143"/>
            <ac:spMk id="10" creationId="{85E07AC0-7C50-818B-FA70-65744C8CDE3B}"/>
          </ac:spMkLst>
        </pc:spChg>
        <pc:spChg chg="add mod topLvl">
          <ac:chgData name="Lucas Jellema" userId="7e183fbb-84e0-44b3-9b03-0792bc8d162b" providerId="ADAL" clId="{73E2A6C5-4355-48DA-BF82-54E515B70C33}" dt="2026-09-27T06:47:52.433" v="1713" actId="14100"/>
          <ac:spMkLst>
            <pc:docMk/>
            <pc:sldMk cId="640378979" sldId="13143"/>
            <ac:spMk id="11" creationId="{A7D53A7A-7B88-795D-BD64-63E7039DF6D1}"/>
          </ac:spMkLst>
        </pc:spChg>
        <pc:picChg chg="add mod topLvl modCrop">
          <ac:chgData name="Lucas Jellema" userId="7e183fbb-84e0-44b3-9b03-0792bc8d162b" providerId="ADAL" clId="{73E2A6C5-4355-48DA-BF82-54E515B70C33}" dt="2026-09-27T06:48:28.557" v="1716" actId="732"/>
          <ac:picMkLst>
            <pc:docMk/>
            <pc:sldMk cId="640378979" sldId="13143"/>
            <ac:picMk id="9" creationId="{45293712-A5E2-3BB1-32DA-5A205171AF24}"/>
          </ac:picMkLst>
        </pc:picChg>
        <pc:picChg chg="add mod">
          <ac:chgData name="Lucas Jellema" userId="7e183fbb-84e0-44b3-9b03-0792bc8d162b" providerId="ADAL" clId="{73E2A6C5-4355-48DA-BF82-54E515B70C33}" dt="2026-09-28T06:08:12.700" v="2580" actId="1076"/>
          <ac:picMkLst>
            <pc:docMk/>
            <pc:sldMk cId="640378979" sldId="13143"/>
            <ac:picMk id="14" creationId="{A9A98B5F-7142-F84E-0AB4-1689652961B4}"/>
          </ac:picMkLst>
        </pc:picChg>
      </pc:sldChg>
      <pc:sldChg chg="addSp modSp new mod ord modAnim">
        <pc:chgData name="Lucas Jellema" userId="7e183fbb-84e0-44b3-9b03-0792bc8d162b" providerId="ADAL" clId="{73E2A6C5-4355-48DA-BF82-54E515B70C33}" dt="2026-09-29T05:44:05.347" v="5291" actId="20577"/>
        <pc:sldMkLst>
          <pc:docMk/>
          <pc:sldMk cId="3101723133" sldId="13144"/>
        </pc:sldMkLst>
        <pc:spChg chg="mod">
          <ac:chgData name="Lucas Jellema" userId="7e183fbb-84e0-44b3-9b03-0792bc8d162b" providerId="ADAL" clId="{73E2A6C5-4355-48DA-BF82-54E515B70C33}" dt="2026-09-27T06:42:50.848" v="1512" actId="20577"/>
          <ac:spMkLst>
            <pc:docMk/>
            <pc:sldMk cId="3101723133" sldId="13144"/>
            <ac:spMk id="3" creationId="{DEF5E76E-0BC2-6B5B-CD52-232E23579B61}"/>
          </ac:spMkLst>
        </pc:spChg>
        <pc:spChg chg="mod">
          <ac:chgData name="Lucas Jellema" userId="7e183fbb-84e0-44b3-9b03-0792bc8d162b" providerId="ADAL" clId="{73E2A6C5-4355-48DA-BF82-54E515B70C33}" dt="2026-09-29T05:44:05.347" v="5291" actId="20577"/>
          <ac:spMkLst>
            <pc:docMk/>
            <pc:sldMk cId="3101723133" sldId="13144"/>
            <ac:spMk id="4" creationId="{E6746380-68DC-10B2-E871-74AAC4C63C62}"/>
          </ac:spMkLst>
        </pc:spChg>
        <pc:picChg chg="add mod">
          <ac:chgData name="Lucas Jellema" userId="7e183fbb-84e0-44b3-9b03-0792bc8d162b" providerId="ADAL" clId="{73E2A6C5-4355-48DA-BF82-54E515B70C33}" dt="2026-09-29T05:41:59.714" v="5259" actId="14100"/>
          <ac:picMkLst>
            <pc:docMk/>
            <pc:sldMk cId="3101723133" sldId="13144"/>
            <ac:picMk id="9" creationId="{881D0FB0-3DA6-05A2-F165-C0CDD8C89C26}"/>
          </ac:picMkLst>
        </pc:picChg>
      </pc:sldChg>
      <pc:sldChg chg="addSp delSp modSp new mod">
        <pc:chgData name="Lucas Jellema" userId="7e183fbb-84e0-44b3-9b03-0792bc8d162b" providerId="ADAL" clId="{73E2A6C5-4355-48DA-BF82-54E515B70C33}" dt="2026-09-28T06:27:34.079" v="2610" actId="1076"/>
        <pc:sldMkLst>
          <pc:docMk/>
          <pc:sldMk cId="1957621091" sldId="13145"/>
        </pc:sldMkLst>
        <pc:spChg chg="mod">
          <ac:chgData name="Lucas Jellema" userId="7e183fbb-84e0-44b3-9b03-0792bc8d162b" providerId="ADAL" clId="{73E2A6C5-4355-48DA-BF82-54E515B70C33}" dt="2026-09-27T06:48:40.631" v="1723" actId="20577"/>
          <ac:spMkLst>
            <pc:docMk/>
            <pc:sldMk cId="1957621091" sldId="13145"/>
            <ac:spMk id="3" creationId="{CEDFD6AD-0D89-A750-C213-B82B35923E35}"/>
          </ac:spMkLst>
        </pc:spChg>
        <pc:spChg chg="del">
          <ac:chgData name="Lucas Jellema" userId="7e183fbb-84e0-44b3-9b03-0792bc8d162b" providerId="ADAL" clId="{73E2A6C5-4355-48DA-BF82-54E515B70C33}" dt="2026-09-28T06:23:50.446" v="2594"/>
          <ac:spMkLst>
            <pc:docMk/>
            <pc:sldMk cId="1957621091" sldId="13145"/>
            <ac:spMk id="7" creationId="{78FC89C9-7253-121C-A585-DD0D347EAFF2}"/>
          </ac:spMkLst>
        </pc:spChg>
        <pc:spChg chg="add mod">
          <ac:chgData name="Lucas Jellema" userId="7e183fbb-84e0-44b3-9b03-0792bc8d162b" providerId="ADAL" clId="{73E2A6C5-4355-48DA-BF82-54E515B70C33}" dt="2026-09-28T06:24:12.259" v="2596" actId="478"/>
          <ac:spMkLst>
            <pc:docMk/>
            <pc:sldMk cId="1957621091" sldId="13145"/>
            <ac:spMk id="13" creationId="{3941DD79-D58E-4BDC-04B1-60EC7279C417}"/>
          </ac:spMkLst>
        </pc:spChg>
        <pc:picChg chg="add mod">
          <ac:chgData name="Lucas Jellema" userId="7e183fbb-84e0-44b3-9b03-0792bc8d162b" providerId="ADAL" clId="{73E2A6C5-4355-48DA-BF82-54E515B70C33}" dt="2026-09-28T06:27:06.507" v="2604" actId="1076"/>
          <ac:picMkLst>
            <pc:docMk/>
            <pc:sldMk cId="1957621091" sldId="13145"/>
            <ac:picMk id="9" creationId="{6F50DA9E-B72C-E4BC-DE0A-270EC8BFBDC2}"/>
          </ac:picMkLst>
        </pc:picChg>
        <pc:picChg chg="add del mod">
          <ac:chgData name="Lucas Jellema" userId="7e183fbb-84e0-44b3-9b03-0792bc8d162b" providerId="ADAL" clId="{73E2A6C5-4355-48DA-BF82-54E515B70C33}" dt="2026-09-28T06:24:12.259" v="2596" actId="478"/>
          <ac:picMkLst>
            <pc:docMk/>
            <pc:sldMk cId="1957621091" sldId="13145"/>
            <ac:picMk id="11" creationId="{C217FD29-95EF-931A-049D-64DE27997968}"/>
          </ac:picMkLst>
        </pc:picChg>
        <pc:picChg chg="add mod">
          <ac:chgData name="Lucas Jellema" userId="7e183fbb-84e0-44b3-9b03-0792bc8d162b" providerId="ADAL" clId="{73E2A6C5-4355-48DA-BF82-54E515B70C33}" dt="2026-09-28T06:27:01.374" v="2603" actId="1076"/>
          <ac:picMkLst>
            <pc:docMk/>
            <pc:sldMk cId="1957621091" sldId="13145"/>
            <ac:picMk id="15" creationId="{F223D882-E262-21D7-EBD0-85BCDA53594C}"/>
          </ac:picMkLst>
        </pc:picChg>
        <pc:picChg chg="add mod">
          <ac:chgData name="Lucas Jellema" userId="7e183fbb-84e0-44b3-9b03-0792bc8d162b" providerId="ADAL" clId="{73E2A6C5-4355-48DA-BF82-54E515B70C33}" dt="2026-09-28T06:26:55.824" v="2602" actId="1076"/>
          <ac:picMkLst>
            <pc:docMk/>
            <pc:sldMk cId="1957621091" sldId="13145"/>
            <ac:picMk id="17" creationId="{5D6750CA-0A03-21B9-747B-4F9B0BCDE7BA}"/>
          </ac:picMkLst>
        </pc:picChg>
        <pc:picChg chg="add del mod">
          <ac:chgData name="Lucas Jellema" userId="7e183fbb-84e0-44b3-9b03-0792bc8d162b" providerId="ADAL" clId="{73E2A6C5-4355-48DA-BF82-54E515B70C33}" dt="2026-09-28T06:26:51.509" v="2601" actId="478"/>
          <ac:picMkLst>
            <pc:docMk/>
            <pc:sldMk cId="1957621091" sldId="13145"/>
            <ac:picMk id="19" creationId="{C17F38F5-803F-9DDC-7AFA-6F71588EA585}"/>
          </ac:picMkLst>
        </pc:picChg>
        <pc:picChg chg="add mod">
          <ac:chgData name="Lucas Jellema" userId="7e183fbb-84e0-44b3-9b03-0792bc8d162b" providerId="ADAL" clId="{73E2A6C5-4355-48DA-BF82-54E515B70C33}" dt="2026-09-28T06:27:34.079" v="2610" actId="1076"/>
          <ac:picMkLst>
            <pc:docMk/>
            <pc:sldMk cId="1957621091" sldId="13145"/>
            <ac:picMk id="21" creationId="{26CD65CE-84EB-620A-221F-09786B56B6FE}"/>
          </ac:picMkLst>
        </pc:picChg>
      </pc:sldChg>
      <pc:sldChg chg="addSp modSp new mod modAnim">
        <pc:chgData name="Lucas Jellema" userId="7e183fbb-84e0-44b3-9b03-0792bc8d162b" providerId="ADAL" clId="{73E2A6C5-4355-48DA-BF82-54E515B70C33}" dt="2026-09-28T13:29:26.823" v="4947"/>
        <pc:sldMkLst>
          <pc:docMk/>
          <pc:sldMk cId="2209023936" sldId="13146"/>
        </pc:sldMkLst>
        <pc:spChg chg="mod">
          <ac:chgData name="Lucas Jellema" userId="7e183fbb-84e0-44b3-9b03-0792bc8d162b" providerId="ADAL" clId="{73E2A6C5-4355-48DA-BF82-54E515B70C33}" dt="2026-09-27T06:49:00.929" v="1769" actId="20577"/>
          <ac:spMkLst>
            <pc:docMk/>
            <pc:sldMk cId="2209023936" sldId="13146"/>
            <ac:spMk id="3" creationId="{BBFD942E-321E-0F8B-6D02-3D57348E767A}"/>
          </ac:spMkLst>
        </pc:spChg>
        <pc:spChg chg="mod">
          <ac:chgData name="Lucas Jellema" userId="7e183fbb-84e0-44b3-9b03-0792bc8d162b" providerId="ADAL" clId="{73E2A6C5-4355-48DA-BF82-54E515B70C33}" dt="2026-09-28T13:29:18.104" v="4946" actId="20577"/>
          <ac:spMkLst>
            <pc:docMk/>
            <pc:sldMk cId="2209023936" sldId="13146"/>
            <ac:spMk id="4" creationId="{7C9C1121-F884-0EEF-FFD2-33C69F253406}"/>
          </ac:spMkLst>
        </pc:spChg>
        <pc:spChg chg="mod">
          <ac:chgData name="Lucas Jellema" userId="7e183fbb-84e0-44b3-9b03-0792bc8d162b" providerId="ADAL" clId="{73E2A6C5-4355-48DA-BF82-54E515B70C33}" dt="2026-09-28T13:23:54.474" v="4668" actId="20577"/>
          <ac:spMkLst>
            <pc:docMk/>
            <pc:sldMk cId="2209023936" sldId="13146"/>
            <ac:spMk id="6" creationId="{21FF768C-2042-19C7-765C-2C6225D812EE}"/>
          </ac:spMkLst>
        </pc:spChg>
        <pc:grpChg chg="add mod">
          <ac:chgData name="Lucas Jellema" userId="7e183fbb-84e0-44b3-9b03-0792bc8d162b" providerId="ADAL" clId="{73E2A6C5-4355-48DA-BF82-54E515B70C33}" dt="2026-09-28T13:29:07.887" v="4935" actId="1076"/>
          <ac:grpSpMkLst>
            <pc:docMk/>
            <pc:sldMk cId="2209023936" sldId="13146"/>
            <ac:grpSpMk id="14" creationId="{9414D059-D471-18E8-C9D2-6EC6A089E294}"/>
          </ac:grpSpMkLst>
        </pc:grpChg>
        <pc:picChg chg="add mod">
          <ac:chgData name="Lucas Jellema" userId="7e183fbb-84e0-44b3-9b03-0792bc8d162b" providerId="ADAL" clId="{73E2A6C5-4355-48DA-BF82-54E515B70C33}" dt="2026-09-28T13:29:03.410" v="4933" actId="164"/>
          <ac:picMkLst>
            <pc:docMk/>
            <pc:sldMk cId="2209023936" sldId="13146"/>
            <ac:picMk id="9" creationId="{8FA1C8C5-E030-59E0-8D75-0C5C099001C1}"/>
          </ac:picMkLst>
        </pc:picChg>
        <pc:picChg chg="add mod">
          <ac:chgData name="Lucas Jellema" userId="7e183fbb-84e0-44b3-9b03-0792bc8d162b" providerId="ADAL" clId="{73E2A6C5-4355-48DA-BF82-54E515B70C33}" dt="2026-09-28T13:29:03.410" v="4933" actId="164"/>
          <ac:picMkLst>
            <pc:docMk/>
            <pc:sldMk cId="2209023936" sldId="13146"/>
            <ac:picMk id="11" creationId="{8B260DE3-28E6-A98A-9C83-A181EB9DE99D}"/>
          </ac:picMkLst>
        </pc:picChg>
        <pc:picChg chg="add mod">
          <ac:chgData name="Lucas Jellema" userId="7e183fbb-84e0-44b3-9b03-0792bc8d162b" providerId="ADAL" clId="{73E2A6C5-4355-48DA-BF82-54E515B70C33}" dt="2026-09-28T13:29:03.410" v="4933" actId="164"/>
          <ac:picMkLst>
            <pc:docMk/>
            <pc:sldMk cId="2209023936" sldId="13146"/>
            <ac:picMk id="13" creationId="{7841F255-E1E4-6B2B-C7F1-0F04B9237404}"/>
          </ac:picMkLst>
        </pc:picChg>
      </pc:sldChg>
      <pc:sldChg chg="addSp delSp modSp new mod modClrScheme chgLayout">
        <pc:chgData name="Lucas Jellema" userId="7e183fbb-84e0-44b3-9b03-0792bc8d162b" providerId="ADAL" clId="{73E2A6C5-4355-48DA-BF82-54E515B70C33}" dt="2026-09-28T13:39:06.452" v="5081" actId="20577"/>
        <pc:sldMkLst>
          <pc:docMk/>
          <pc:sldMk cId="3844826488" sldId="13147"/>
        </pc:sldMkLst>
        <pc:spChg chg="del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2" creationId="{B72E55BA-00F7-9A06-ED82-AB2FE720A050}"/>
          </ac:spMkLst>
        </pc:spChg>
        <pc:spChg chg="mod ord">
          <ac:chgData name="Lucas Jellema" userId="7e183fbb-84e0-44b3-9b03-0792bc8d162b" providerId="ADAL" clId="{73E2A6C5-4355-48DA-BF82-54E515B70C33}" dt="2026-09-28T13:21:36.071" v="4602" actId="20577"/>
          <ac:spMkLst>
            <pc:docMk/>
            <pc:sldMk cId="3844826488" sldId="13147"/>
            <ac:spMk id="3" creationId="{AD7291A2-C5B6-1E92-D539-33EFFE55D38D}"/>
          </ac:spMkLst>
        </pc:spChg>
        <pc:spChg chg="mod ord">
          <ac:chgData name="Lucas Jellema" userId="7e183fbb-84e0-44b3-9b03-0792bc8d162b" providerId="ADAL" clId="{73E2A6C5-4355-48DA-BF82-54E515B70C33}" dt="2026-09-28T13:39:06.452" v="5081" actId="20577"/>
          <ac:spMkLst>
            <pc:docMk/>
            <pc:sldMk cId="3844826488" sldId="13147"/>
            <ac:spMk id="4" creationId="{A84C9894-79C4-A9C6-ED5D-BCFED118DB70}"/>
          </ac:spMkLst>
        </pc:spChg>
        <pc:spChg chg="mod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5" creationId="{D7A61894-A0B2-81C0-ACDB-C479DAFB4FB0}"/>
          </ac:spMkLst>
        </pc:spChg>
        <pc:spChg chg="mod">
          <ac:chgData name="Lucas Jellema" userId="7e183fbb-84e0-44b3-9b03-0792bc8d162b" providerId="ADAL" clId="{73E2A6C5-4355-48DA-BF82-54E515B70C33}" dt="2026-09-28T13:21:32.237" v="4598" actId="14100"/>
          <ac:spMkLst>
            <pc:docMk/>
            <pc:sldMk cId="3844826488" sldId="13147"/>
            <ac:spMk id="6" creationId="{CDA1773D-9D23-FEB5-8A73-361E5EB57930}"/>
          </ac:spMkLst>
        </pc:spChg>
        <pc:spChg chg="del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7" creationId="{89684938-BCB1-9478-0525-30FDC1CC7CCA}"/>
          </ac:spMkLst>
        </pc:spChg>
        <pc:spChg chg="add mod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13" creationId="{32C8D3B8-E1B6-5E09-8488-56D7DC4CA439}"/>
          </ac:spMkLst>
        </pc:spChg>
        <pc:spChg chg="add mod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15" creationId="{B31C1C70-29FE-6E02-58B7-24E8544A7F2B}"/>
          </ac:spMkLst>
        </pc:spChg>
        <pc:spChg chg="add mod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17" creationId="{49A8A013-4174-8568-B74D-D127026D9D7B}"/>
          </ac:spMkLst>
        </pc:spChg>
        <pc:spChg chg="add mod">
          <ac:chgData name="Lucas Jellema" userId="7e183fbb-84e0-44b3-9b03-0792bc8d162b" providerId="ADAL" clId="{73E2A6C5-4355-48DA-BF82-54E515B70C33}" dt="2026-09-28T13:18:10.710" v="4525" actId="26606"/>
          <ac:spMkLst>
            <pc:docMk/>
            <pc:sldMk cId="3844826488" sldId="13147"/>
            <ac:spMk id="19" creationId="{7D4E73E9-D869-0FCB-34EB-F26A34FB5F06}"/>
          </ac:spMkLst>
        </pc:spChg>
        <pc:picChg chg="add del mod">
          <ac:chgData name="Lucas Jellema" userId="7e183fbb-84e0-44b3-9b03-0792bc8d162b" providerId="ADAL" clId="{73E2A6C5-4355-48DA-BF82-54E515B70C33}" dt="2026-09-28T13:18:39.430" v="4555" actId="1076"/>
          <ac:picMkLst>
            <pc:docMk/>
            <pc:sldMk cId="3844826488" sldId="13147"/>
            <ac:picMk id="8" creationId="{DB7256ED-283D-9D20-D76D-2F02AB805831}"/>
          </ac:picMkLst>
        </pc:picChg>
      </pc:sldChg>
      <pc:sldChg chg="modSp new del mod">
        <pc:chgData name="Lucas Jellema" userId="7e183fbb-84e0-44b3-9b03-0792bc8d162b" providerId="ADAL" clId="{73E2A6C5-4355-48DA-BF82-54E515B70C33}" dt="2026-09-28T06:44:16.561" v="2812" actId="47"/>
        <pc:sldMkLst>
          <pc:docMk/>
          <pc:sldMk cId="1636870145" sldId="13148"/>
        </pc:sldMkLst>
      </pc:sldChg>
      <pc:sldChg chg="addSp delSp modSp add mod">
        <pc:chgData name="Lucas Jellema" userId="7e183fbb-84e0-44b3-9b03-0792bc8d162b" providerId="ADAL" clId="{73E2A6C5-4355-48DA-BF82-54E515B70C33}" dt="2026-09-28T06:30:55.623" v="2669" actId="14100"/>
        <pc:sldMkLst>
          <pc:docMk/>
          <pc:sldMk cId="3599719464" sldId="13149"/>
        </pc:sldMkLst>
        <pc:spChg chg="mod">
          <ac:chgData name="Lucas Jellema" userId="7e183fbb-84e0-44b3-9b03-0792bc8d162b" providerId="ADAL" clId="{73E2A6C5-4355-48DA-BF82-54E515B70C33}" dt="2026-09-28T05:48:32.106" v="1972" actId="20577"/>
          <ac:spMkLst>
            <pc:docMk/>
            <pc:sldMk cId="3599719464" sldId="13149"/>
            <ac:spMk id="3" creationId="{C4EDB206-D974-99F9-B9AF-091F0935CA54}"/>
          </ac:spMkLst>
        </pc:spChg>
        <pc:spChg chg="del">
          <ac:chgData name="Lucas Jellema" userId="7e183fbb-84e0-44b3-9b03-0792bc8d162b" providerId="ADAL" clId="{73E2A6C5-4355-48DA-BF82-54E515B70C33}" dt="2026-09-28T05:48:16.312" v="1942" actId="478"/>
          <ac:spMkLst>
            <pc:docMk/>
            <pc:sldMk cId="3599719464" sldId="13149"/>
            <ac:spMk id="4" creationId="{F20A58A8-064A-C1C1-3DF7-F28071A3DD5B}"/>
          </ac:spMkLst>
        </pc:spChg>
        <pc:spChg chg="mod">
          <ac:chgData name="Lucas Jellema" userId="7e183fbb-84e0-44b3-9b03-0792bc8d162b" providerId="ADAL" clId="{73E2A6C5-4355-48DA-BF82-54E515B70C33}" dt="2026-09-28T06:02:27.973" v="2488" actId="1076"/>
          <ac:spMkLst>
            <pc:docMk/>
            <pc:sldMk cId="3599719464" sldId="13149"/>
            <ac:spMk id="5" creationId="{F1B4CF67-513D-A46D-7DAD-EEEC5A682CEC}"/>
          </ac:spMkLst>
        </pc:spChg>
        <pc:spChg chg="del">
          <ac:chgData name="Lucas Jellema" userId="7e183fbb-84e0-44b3-9b03-0792bc8d162b" providerId="ADAL" clId="{73E2A6C5-4355-48DA-BF82-54E515B70C33}" dt="2026-09-28T06:01:49.795" v="2471" actId="931"/>
          <ac:spMkLst>
            <pc:docMk/>
            <pc:sldMk cId="3599719464" sldId="13149"/>
            <ac:spMk id="7" creationId="{A89B1351-95C5-D653-2C8B-539BE14A5D26}"/>
          </ac:spMkLst>
        </pc:spChg>
        <pc:spChg chg="del mod">
          <ac:chgData name="Lucas Jellema" userId="7e183fbb-84e0-44b3-9b03-0792bc8d162b" providerId="ADAL" clId="{73E2A6C5-4355-48DA-BF82-54E515B70C33}" dt="2026-09-28T06:08:44.744" v="2589" actId="478"/>
          <ac:spMkLst>
            <pc:docMk/>
            <pc:sldMk cId="3599719464" sldId="13149"/>
            <ac:spMk id="10" creationId="{82441832-D8B4-515A-B2C2-7CDC808AA065}"/>
          </ac:spMkLst>
        </pc:spChg>
        <pc:spChg chg="del mod">
          <ac:chgData name="Lucas Jellema" userId="7e183fbb-84e0-44b3-9b03-0792bc8d162b" providerId="ADAL" clId="{73E2A6C5-4355-48DA-BF82-54E515B70C33}" dt="2026-09-28T06:08:42.940" v="2588" actId="478"/>
          <ac:spMkLst>
            <pc:docMk/>
            <pc:sldMk cId="3599719464" sldId="13149"/>
            <ac:spMk id="11" creationId="{A6A63F3E-8A02-C34A-9F4F-5363F1EF7585}"/>
          </ac:spMkLst>
        </pc:spChg>
        <pc:spChg chg="add del mod">
          <ac:chgData name="Lucas Jellema" userId="7e183fbb-84e0-44b3-9b03-0792bc8d162b" providerId="ADAL" clId="{73E2A6C5-4355-48DA-BF82-54E515B70C33}" dt="2026-09-28T06:07:13.397" v="2576" actId="478"/>
          <ac:spMkLst>
            <pc:docMk/>
            <pc:sldMk cId="3599719464" sldId="13149"/>
            <ac:spMk id="12" creationId="{8A22D752-486C-D3A9-D026-CBBBEC80A001}"/>
          </ac:spMkLst>
        </pc:spChg>
        <pc:spChg chg="add del mod">
          <ac:chgData name="Lucas Jellema" userId="7e183fbb-84e0-44b3-9b03-0792bc8d162b" providerId="ADAL" clId="{73E2A6C5-4355-48DA-BF82-54E515B70C33}" dt="2026-09-28T06:05:19.105" v="2535"/>
          <ac:spMkLst>
            <pc:docMk/>
            <pc:sldMk cId="3599719464" sldId="13149"/>
            <ac:spMk id="39" creationId="{0ED70D8B-0F24-2788-3858-E8CA2878CCA3}"/>
          </ac:spMkLst>
        </pc:spChg>
        <pc:spChg chg="add mod">
          <ac:chgData name="Lucas Jellema" userId="7e183fbb-84e0-44b3-9b03-0792bc8d162b" providerId="ADAL" clId="{73E2A6C5-4355-48DA-BF82-54E515B70C33}" dt="2026-09-28T06:05:51.792" v="2555" actId="478"/>
          <ac:spMkLst>
            <pc:docMk/>
            <pc:sldMk cId="3599719464" sldId="13149"/>
            <ac:spMk id="49" creationId="{B22136F5-D7FC-52CD-0C45-AEEE533168EA}"/>
          </ac:spMkLst>
        </pc:spChg>
        <pc:spChg chg="add del mod">
          <ac:chgData name="Lucas Jellema" userId="7e183fbb-84e0-44b3-9b03-0792bc8d162b" providerId="ADAL" clId="{73E2A6C5-4355-48DA-BF82-54E515B70C33}" dt="2026-09-28T06:08:39.605" v="2586" actId="478"/>
          <ac:spMkLst>
            <pc:docMk/>
            <pc:sldMk cId="3599719464" sldId="13149"/>
            <ac:spMk id="53" creationId="{590E6C22-F6CB-848E-E589-D5D86874D8E2}"/>
          </ac:spMkLst>
        </pc:spChg>
        <pc:picChg chg="del mod">
          <ac:chgData name="Lucas Jellema" userId="7e183fbb-84e0-44b3-9b03-0792bc8d162b" providerId="ADAL" clId="{73E2A6C5-4355-48DA-BF82-54E515B70C33}" dt="2026-09-28T06:08:23.351" v="2581" actId="478"/>
          <ac:picMkLst>
            <pc:docMk/>
            <pc:sldMk cId="3599719464" sldId="13149"/>
            <ac:picMk id="9" creationId="{EA3010D3-7104-41A1-4FE3-BC571F197DE0}"/>
          </ac:picMkLst>
        </pc:picChg>
        <pc:picChg chg="add mod modCrop">
          <ac:chgData name="Lucas Jellema" userId="7e183fbb-84e0-44b3-9b03-0792bc8d162b" providerId="ADAL" clId="{73E2A6C5-4355-48DA-BF82-54E515B70C33}" dt="2026-09-28T06:30:08.591" v="2646" actId="1076"/>
          <ac:picMkLst>
            <pc:docMk/>
            <pc:sldMk cId="3599719464" sldId="13149"/>
            <ac:picMk id="13" creationId="{22D227A9-4E48-7CB0-5C46-64D1AA62C05F}"/>
          </ac:picMkLst>
        </pc:picChg>
        <pc:picChg chg="add del mod">
          <ac:chgData name="Lucas Jellema" userId="7e183fbb-84e0-44b3-9b03-0792bc8d162b" providerId="ADAL" clId="{73E2A6C5-4355-48DA-BF82-54E515B70C33}" dt="2026-09-28T06:02:35.873" v="2491" actId="478"/>
          <ac:picMkLst>
            <pc:docMk/>
            <pc:sldMk cId="3599719464" sldId="13149"/>
            <ac:picMk id="15" creationId="{0AD5F8A5-8B44-37DC-C321-9A47D2252C4F}"/>
          </ac:picMkLst>
        </pc:picChg>
        <pc:picChg chg="add mod">
          <ac:chgData name="Lucas Jellema" userId="7e183fbb-84e0-44b3-9b03-0792bc8d162b" providerId="ADAL" clId="{73E2A6C5-4355-48DA-BF82-54E515B70C33}" dt="2026-09-28T06:03:01.384" v="2504" actId="1076"/>
          <ac:picMkLst>
            <pc:docMk/>
            <pc:sldMk cId="3599719464" sldId="13149"/>
            <ac:picMk id="17" creationId="{AA13B0BF-951D-4E47-A86B-9BA2255D558D}"/>
          </ac:picMkLst>
        </pc:picChg>
        <pc:picChg chg="add mod">
          <ac:chgData name="Lucas Jellema" userId="7e183fbb-84e0-44b3-9b03-0792bc8d162b" providerId="ADAL" clId="{73E2A6C5-4355-48DA-BF82-54E515B70C33}" dt="2026-09-28T06:29:32.701" v="2632" actId="1076"/>
          <ac:picMkLst>
            <pc:docMk/>
            <pc:sldMk cId="3599719464" sldId="13149"/>
            <ac:picMk id="19" creationId="{CE8CA796-F977-0E1C-D727-6952D7DC0964}"/>
          </ac:picMkLst>
        </pc:picChg>
        <pc:picChg chg="add mod">
          <ac:chgData name="Lucas Jellema" userId="7e183fbb-84e0-44b3-9b03-0792bc8d162b" providerId="ADAL" clId="{73E2A6C5-4355-48DA-BF82-54E515B70C33}" dt="2026-09-28T06:30:35.687" v="2660" actId="1076"/>
          <ac:picMkLst>
            <pc:docMk/>
            <pc:sldMk cId="3599719464" sldId="13149"/>
            <ac:picMk id="21" creationId="{7E9C3FF5-0A00-381B-F0A3-E6430E17FE63}"/>
          </ac:picMkLst>
        </pc:picChg>
        <pc:picChg chg="add mod">
          <ac:chgData name="Lucas Jellema" userId="7e183fbb-84e0-44b3-9b03-0792bc8d162b" providerId="ADAL" clId="{73E2A6C5-4355-48DA-BF82-54E515B70C33}" dt="2026-09-28T06:30:11.966" v="2647" actId="1076"/>
          <ac:picMkLst>
            <pc:docMk/>
            <pc:sldMk cId="3599719464" sldId="13149"/>
            <ac:picMk id="23" creationId="{D46F8C66-9474-AB5F-A1DD-F944EDF73DE8}"/>
          </ac:picMkLst>
        </pc:picChg>
        <pc:picChg chg="add mod">
          <ac:chgData name="Lucas Jellema" userId="7e183fbb-84e0-44b3-9b03-0792bc8d162b" providerId="ADAL" clId="{73E2A6C5-4355-48DA-BF82-54E515B70C33}" dt="2026-09-28T06:29:41.828" v="2636" actId="1076"/>
          <ac:picMkLst>
            <pc:docMk/>
            <pc:sldMk cId="3599719464" sldId="13149"/>
            <ac:picMk id="25" creationId="{6B16FC5C-0117-C594-FB83-342A749861C4}"/>
          </ac:picMkLst>
        </pc:picChg>
        <pc:picChg chg="add mod">
          <ac:chgData name="Lucas Jellema" userId="7e183fbb-84e0-44b3-9b03-0792bc8d162b" providerId="ADAL" clId="{73E2A6C5-4355-48DA-BF82-54E515B70C33}" dt="2026-09-28T06:29:52.161" v="2641" actId="1076"/>
          <ac:picMkLst>
            <pc:docMk/>
            <pc:sldMk cId="3599719464" sldId="13149"/>
            <ac:picMk id="27" creationId="{726632B0-2669-DE96-39FD-A3F912ACB332}"/>
          </ac:picMkLst>
        </pc:picChg>
        <pc:picChg chg="add mod">
          <ac:chgData name="Lucas Jellema" userId="7e183fbb-84e0-44b3-9b03-0792bc8d162b" providerId="ADAL" clId="{73E2A6C5-4355-48DA-BF82-54E515B70C33}" dt="2026-09-28T06:29:50.644" v="2640" actId="1076"/>
          <ac:picMkLst>
            <pc:docMk/>
            <pc:sldMk cId="3599719464" sldId="13149"/>
            <ac:picMk id="29" creationId="{593F0AA6-AD1E-1F02-7C29-AFEB62C86B11}"/>
          </ac:picMkLst>
        </pc:picChg>
        <pc:picChg chg="mod">
          <ac:chgData name="Lucas Jellema" userId="7e183fbb-84e0-44b3-9b03-0792bc8d162b" providerId="ADAL" clId="{73E2A6C5-4355-48DA-BF82-54E515B70C33}" dt="2026-09-28T06:06:51.329" v="2574" actId="1076"/>
          <ac:picMkLst>
            <pc:docMk/>
            <pc:sldMk cId="3599719464" sldId="13149"/>
            <ac:picMk id="31" creationId="{32D6BB56-CC40-348F-87CB-F6671397BA1F}"/>
          </ac:picMkLst>
        </pc:picChg>
        <pc:picChg chg="add del mod">
          <ac:chgData name="Lucas Jellema" userId="7e183fbb-84e0-44b3-9b03-0792bc8d162b" providerId="ADAL" clId="{73E2A6C5-4355-48DA-BF82-54E515B70C33}" dt="2026-09-28T06:03:29.090" v="2517" actId="478"/>
          <ac:picMkLst>
            <pc:docMk/>
            <pc:sldMk cId="3599719464" sldId="13149"/>
            <ac:picMk id="33" creationId="{12647B11-34F9-E22F-310F-7D1AB8C7EF88}"/>
          </ac:picMkLst>
        </pc:picChg>
        <pc:picChg chg="mod ord">
          <ac:chgData name="Lucas Jellema" userId="7e183fbb-84e0-44b3-9b03-0792bc8d162b" providerId="ADAL" clId="{73E2A6C5-4355-48DA-BF82-54E515B70C33}" dt="2026-09-28T06:30:07.197" v="2645" actId="1076"/>
          <ac:picMkLst>
            <pc:docMk/>
            <pc:sldMk cId="3599719464" sldId="13149"/>
            <ac:picMk id="35" creationId="{AE787803-0581-5756-8020-F546B5B734B3}"/>
          </ac:picMkLst>
        </pc:picChg>
        <pc:picChg chg="add del mod">
          <ac:chgData name="Lucas Jellema" userId="7e183fbb-84e0-44b3-9b03-0792bc8d162b" providerId="ADAL" clId="{73E2A6C5-4355-48DA-BF82-54E515B70C33}" dt="2026-09-28T06:02:33.948" v="2490" actId="478"/>
          <ac:picMkLst>
            <pc:docMk/>
            <pc:sldMk cId="3599719464" sldId="13149"/>
            <ac:picMk id="37" creationId="{E8F951CA-49D6-EB39-9A6D-D549F3152F63}"/>
          </ac:picMkLst>
        </pc:picChg>
        <pc:picChg chg="add mod">
          <ac:chgData name="Lucas Jellema" userId="7e183fbb-84e0-44b3-9b03-0792bc8d162b" providerId="ADAL" clId="{73E2A6C5-4355-48DA-BF82-54E515B70C33}" dt="2026-09-28T06:30:07.197" v="2645" actId="1076"/>
          <ac:picMkLst>
            <pc:docMk/>
            <pc:sldMk cId="3599719464" sldId="13149"/>
            <ac:picMk id="41" creationId="{580F8E47-30DD-8E64-258A-C9255CC96C4C}"/>
          </ac:picMkLst>
        </pc:picChg>
        <pc:picChg chg="add del mod">
          <ac:chgData name="Lucas Jellema" userId="7e183fbb-84e0-44b3-9b03-0792bc8d162b" providerId="ADAL" clId="{73E2A6C5-4355-48DA-BF82-54E515B70C33}" dt="2026-09-28T06:05:51.792" v="2555" actId="478"/>
          <ac:picMkLst>
            <pc:docMk/>
            <pc:sldMk cId="3599719464" sldId="13149"/>
            <ac:picMk id="43" creationId="{9CE8D6B8-03BC-1648-4E8A-8458E6757823}"/>
          </ac:picMkLst>
        </pc:picChg>
        <pc:picChg chg="add mod ord">
          <ac:chgData name="Lucas Jellema" userId="7e183fbb-84e0-44b3-9b03-0792bc8d162b" providerId="ADAL" clId="{73E2A6C5-4355-48DA-BF82-54E515B70C33}" dt="2026-09-28T06:30:11.966" v="2647" actId="1076"/>
          <ac:picMkLst>
            <pc:docMk/>
            <pc:sldMk cId="3599719464" sldId="13149"/>
            <ac:picMk id="45" creationId="{C4DE7E55-6F0C-B870-68F3-C2B19AC178C4}"/>
          </ac:picMkLst>
        </pc:picChg>
        <pc:picChg chg="add mod">
          <ac:chgData name="Lucas Jellema" userId="7e183fbb-84e0-44b3-9b03-0792bc8d162b" providerId="ADAL" clId="{73E2A6C5-4355-48DA-BF82-54E515B70C33}" dt="2026-09-28T06:05:39.535" v="2551" actId="14100"/>
          <ac:picMkLst>
            <pc:docMk/>
            <pc:sldMk cId="3599719464" sldId="13149"/>
            <ac:picMk id="47" creationId="{17E24901-37BC-B1FD-C3F7-D2E4FB04E411}"/>
          </ac:picMkLst>
        </pc:picChg>
        <pc:picChg chg="add mod">
          <ac:chgData name="Lucas Jellema" userId="7e183fbb-84e0-44b3-9b03-0792bc8d162b" providerId="ADAL" clId="{73E2A6C5-4355-48DA-BF82-54E515B70C33}" dt="2026-09-28T06:06:53.877" v="2575" actId="1076"/>
          <ac:picMkLst>
            <pc:docMk/>
            <pc:sldMk cId="3599719464" sldId="13149"/>
            <ac:picMk id="51" creationId="{BCAD8377-78CC-5986-1611-12552F59DFFA}"/>
          </ac:picMkLst>
        </pc:picChg>
        <pc:picChg chg="add mod ord">
          <ac:chgData name="Lucas Jellema" userId="7e183fbb-84e0-44b3-9b03-0792bc8d162b" providerId="ADAL" clId="{73E2A6C5-4355-48DA-BF82-54E515B70C33}" dt="2026-09-28T06:30:29.597" v="2657" actId="1076"/>
          <ac:picMkLst>
            <pc:docMk/>
            <pc:sldMk cId="3599719464" sldId="13149"/>
            <ac:picMk id="55" creationId="{8C68BFAE-0E5D-846B-900C-2A3E058EE25B}"/>
          </ac:picMkLst>
        </pc:picChg>
        <pc:cxnChg chg="add del mod">
          <ac:chgData name="Lucas Jellema" userId="7e183fbb-84e0-44b3-9b03-0792bc8d162b" providerId="ADAL" clId="{73E2A6C5-4355-48DA-BF82-54E515B70C33}" dt="2026-09-28T06:28:57.412" v="2620" actId="11529"/>
          <ac:cxnSpMkLst>
            <pc:docMk/>
            <pc:sldMk cId="3599719464" sldId="13149"/>
            <ac:cxnSpMk id="57" creationId="{0891674A-CB58-CEC5-A819-B9FFAADDA73D}"/>
          </ac:cxnSpMkLst>
        </pc:cxnChg>
        <pc:cxnChg chg="add mod">
          <ac:chgData name="Lucas Jellema" userId="7e183fbb-84e0-44b3-9b03-0792bc8d162b" providerId="ADAL" clId="{73E2A6C5-4355-48DA-BF82-54E515B70C33}" dt="2026-09-28T06:29:16.466" v="2625" actId="14100"/>
          <ac:cxnSpMkLst>
            <pc:docMk/>
            <pc:sldMk cId="3599719464" sldId="13149"/>
            <ac:cxnSpMk id="59" creationId="{EDFA2134-0E21-1342-052C-7F66EE79CEA5}"/>
          </ac:cxnSpMkLst>
        </pc:cxnChg>
        <pc:cxnChg chg="add mod">
          <ac:chgData name="Lucas Jellema" userId="7e183fbb-84e0-44b3-9b03-0792bc8d162b" providerId="ADAL" clId="{73E2A6C5-4355-48DA-BF82-54E515B70C33}" dt="2026-09-28T06:29:29.023" v="2631" actId="14100"/>
          <ac:cxnSpMkLst>
            <pc:docMk/>
            <pc:sldMk cId="3599719464" sldId="13149"/>
            <ac:cxnSpMk id="62" creationId="{EC2B4F18-4556-AB88-4DB7-13FF7085BE56}"/>
          </ac:cxnSpMkLst>
        </pc:cxnChg>
        <pc:cxnChg chg="add mod">
          <ac:chgData name="Lucas Jellema" userId="7e183fbb-84e0-44b3-9b03-0792bc8d162b" providerId="ADAL" clId="{73E2A6C5-4355-48DA-BF82-54E515B70C33}" dt="2026-09-28T06:29:39.244" v="2635" actId="14100"/>
          <ac:cxnSpMkLst>
            <pc:docMk/>
            <pc:sldMk cId="3599719464" sldId="13149"/>
            <ac:cxnSpMk id="65" creationId="{636C1015-480C-FE6D-17F9-5BD246A466F1}"/>
          </ac:cxnSpMkLst>
        </pc:cxnChg>
        <pc:cxnChg chg="add mod">
          <ac:chgData name="Lucas Jellema" userId="7e183fbb-84e0-44b3-9b03-0792bc8d162b" providerId="ADAL" clId="{73E2A6C5-4355-48DA-BF82-54E515B70C33}" dt="2026-09-28T06:29:47.683" v="2639" actId="14100"/>
          <ac:cxnSpMkLst>
            <pc:docMk/>
            <pc:sldMk cId="3599719464" sldId="13149"/>
            <ac:cxnSpMk id="67" creationId="{A5D17F20-E704-68B6-FE53-2DFBF7F3065A}"/>
          </ac:cxnSpMkLst>
        </pc:cxnChg>
        <pc:cxnChg chg="add mod">
          <ac:chgData name="Lucas Jellema" userId="7e183fbb-84e0-44b3-9b03-0792bc8d162b" providerId="ADAL" clId="{73E2A6C5-4355-48DA-BF82-54E515B70C33}" dt="2026-09-28T06:30:18.236" v="2650" actId="14100"/>
          <ac:cxnSpMkLst>
            <pc:docMk/>
            <pc:sldMk cId="3599719464" sldId="13149"/>
            <ac:cxnSpMk id="70" creationId="{0B1A2CEA-1D51-D894-F4C5-9098B31864D5}"/>
          </ac:cxnSpMkLst>
        </pc:cxnChg>
        <pc:cxnChg chg="add mod">
          <ac:chgData name="Lucas Jellema" userId="7e183fbb-84e0-44b3-9b03-0792bc8d162b" providerId="ADAL" clId="{73E2A6C5-4355-48DA-BF82-54E515B70C33}" dt="2026-09-28T06:30:25.639" v="2654" actId="14100"/>
          <ac:cxnSpMkLst>
            <pc:docMk/>
            <pc:sldMk cId="3599719464" sldId="13149"/>
            <ac:cxnSpMk id="72" creationId="{A1E236A8-F92E-A2AE-0A8A-6397B8015C0B}"/>
          </ac:cxnSpMkLst>
        </pc:cxnChg>
        <pc:cxnChg chg="add mod">
          <ac:chgData name="Lucas Jellema" userId="7e183fbb-84e0-44b3-9b03-0792bc8d162b" providerId="ADAL" clId="{73E2A6C5-4355-48DA-BF82-54E515B70C33}" dt="2026-09-28T06:30:34.198" v="2659" actId="14100"/>
          <ac:cxnSpMkLst>
            <pc:docMk/>
            <pc:sldMk cId="3599719464" sldId="13149"/>
            <ac:cxnSpMk id="75" creationId="{674BDF1D-B5DB-DB76-4502-FF09CEDB5B9C}"/>
          </ac:cxnSpMkLst>
        </pc:cxnChg>
        <pc:cxnChg chg="add mod">
          <ac:chgData name="Lucas Jellema" userId="7e183fbb-84e0-44b3-9b03-0792bc8d162b" providerId="ADAL" clId="{73E2A6C5-4355-48DA-BF82-54E515B70C33}" dt="2026-09-28T06:30:42.635" v="2663" actId="14100"/>
          <ac:cxnSpMkLst>
            <pc:docMk/>
            <pc:sldMk cId="3599719464" sldId="13149"/>
            <ac:cxnSpMk id="78" creationId="{E984E13E-4B42-3BD3-771B-6E4660974FF9}"/>
          </ac:cxnSpMkLst>
        </pc:cxnChg>
        <pc:cxnChg chg="add mod">
          <ac:chgData name="Lucas Jellema" userId="7e183fbb-84e0-44b3-9b03-0792bc8d162b" providerId="ADAL" clId="{73E2A6C5-4355-48DA-BF82-54E515B70C33}" dt="2026-09-28T06:30:47.725" v="2666" actId="14100"/>
          <ac:cxnSpMkLst>
            <pc:docMk/>
            <pc:sldMk cId="3599719464" sldId="13149"/>
            <ac:cxnSpMk id="80" creationId="{EBB6192F-A157-BCBA-388C-047B53827D07}"/>
          </ac:cxnSpMkLst>
        </pc:cxnChg>
        <pc:cxnChg chg="add mod">
          <ac:chgData name="Lucas Jellema" userId="7e183fbb-84e0-44b3-9b03-0792bc8d162b" providerId="ADAL" clId="{73E2A6C5-4355-48DA-BF82-54E515B70C33}" dt="2026-09-28T06:30:55.623" v="2669" actId="14100"/>
          <ac:cxnSpMkLst>
            <pc:docMk/>
            <pc:sldMk cId="3599719464" sldId="13149"/>
            <ac:cxnSpMk id="82" creationId="{73A92133-A106-7DAD-F702-EA2439B8FB16}"/>
          </ac:cxnSpMkLst>
        </pc:cxnChg>
      </pc:sldChg>
      <pc:sldChg chg="delSp modSp add mod modTransition">
        <pc:chgData name="Lucas Jellema" userId="7e183fbb-84e0-44b3-9b03-0792bc8d162b" providerId="ADAL" clId="{73E2A6C5-4355-48DA-BF82-54E515B70C33}" dt="2026-09-28T06:28:18.113" v="2618"/>
        <pc:sldMkLst>
          <pc:docMk/>
          <pc:sldMk cId="3668882098" sldId="13150"/>
        </pc:sldMkLst>
        <pc:picChg chg="mod modCrop">
          <ac:chgData name="Lucas Jellema" userId="7e183fbb-84e0-44b3-9b03-0792bc8d162b" providerId="ADAL" clId="{73E2A6C5-4355-48DA-BF82-54E515B70C33}" dt="2026-09-28T06:27:55.360" v="2613" actId="1076"/>
          <ac:picMkLst>
            <pc:docMk/>
            <pc:sldMk cId="3668882098" sldId="13150"/>
            <ac:picMk id="9" creationId="{753338C9-56E5-C60D-A8A2-D46C5FFA6BFC}"/>
          </ac:picMkLst>
        </pc:picChg>
        <pc:picChg chg="del">
          <ac:chgData name="Lucas Jellema" userId="7e183fbb-84e0-44b3-9b03-0792bc8d162b" providerId="ADAL" clId="{73E2A6C5-4355-48DA-BF82-54E515B70C33}" dt="2026-09-28T06:27:40.413" v="2611" actId="478"/>
          <ac:picMkLst>
            <pc:docMk/>
            <pc:sldMk cId="3668882098" sldId="13150"/>
            <ac:picMk id="15" creationId="{F070E7CC-E64A-3B9C-D78C-6DBFE87CC745}"/>
          </ac:picMkLst>
        </pc:picChg>
        <pc:picChg chg="mod">
          <ac:chgData name="Lucas Jellema" userId="7e183fbb-84e0-44b3-9b03-0792bc8d162b" providerId="ADAL" clId="{73E2A6C5-4355-48DA-BF82-54E515B70C33}" dt="2026-09-28T06:28:09.648" v="2617" actId="1440"/>
          <ac:picMkLst>
            <pc:docMk/>
            <pc:sldMk cId="3668882098" sldId="13150"/>
            <ac:picMk id="21" creationId="{10C5A18D-19B5-6168-B112-F878C33886A5}"/>
          </ac:picMkLst>
        </pc:picChg>
      </pc:sldChg>
      <pc:sldChg chg="modSp add mod modAnim">
        <pc:chgData name="Lucas Jellema" userId="7e183fbb-84e0-44b3-9b03-0792bc8d162b" providerId="ADAL" clId="{73E2A6C5-4355-48DA-BF82-54E515B70C33}" dt="2026-09-28T07:33:13.942" v="3337" actId="20577"/>
        <pc:sldMkLst>
          <pc:docMk/>
          <pc:sldMk cId="1735819261" sldId="2147474668"/>
        </pc:sldMkLst>
        <pc:spChg chg="mod">
          <ac:chgData name="Lucas Jellema" userId="7e183fbb-84e0-44b3-9b03-0792bc8d162b" providerId="ADAL" clId="{73E2A6C5-4355-48DA-BF82-54E515B70C33}" dt="2026-09-28T07:33:13.942" v="3337" actId="20577"/>
          <ac:spMkLst>
            <pc:docMk/>
            <pc:sldMk cId="1735819261" sldId="2147474668"/>
            <ac:spMk id="4" creationId="{95ADBD0B-A045-0450-BFDE-5368A61E1981}"/>
          </ac:spMkLst>
        </pc:spChg>
        <pc:spChg chg="mod">
          <ac:chgData name="Lucas Jellema" userId="7e183fbb-84e0-44b3-9b03-0792bc8d162b" providerId="ADAL" clId="{73E2A6C5-4355-48DA-BF82-54E515B70C33}" dt="2026-09-28T06:42:11.443" v="2727" actId="20577"/>
          <ac:spMkLst>
            <pc:docMk/>
            <pc:sldMk cId="1735819261" sldId="2147474668"/>
            <ac:spMk id="6" creationId="{34FC58F3-6D86-8E56-191E-0DFA6F0B1FD1}"/>
          </ac:spMkLst>
        </pc:spChg>
      </pc:sldChg>
      <pc:sldChg chg="modSp add">
        <pc:chgData name="Lucas Jellema" userId="7e183fbb-84e0-44b3-9b03-0792bc8d162b" providerId="ADAL" clId="{73E2A6C5-4355-48DA-BF82-54E515B70C33}" dt="2026-09-28T06:41:12.647" v="2687" actId="114"/>
        <pc:sldMkLst>
          <pc:docMk/>
          <pc:sldMk cId="215262298" sldId="2147474669"/>
        </pc:sldMkLst>
        <pc:spChg chg="mod">
          <ac:chgData name="Lucas Jellema" userId="7e183fbb-84e0-44b3-9b03-0792bc8d162b" providerId="ADAL" clId="{73E2A6C5-4355-48DA-BF82-54E515B70C33}" dt="2026-09-28T06:41:12.647" v="2687" actId="114"/>
          <ac:spMkLst>
            <pc:docMk/>
            <pc:sldMk cId="215262298" sldId="2147474669"/>
            <ac:spMk id="4" creationId="{97444723-7F51-7BD8-F30C-93A13F1D7D4C}"/>
          </ac:spMkLst>
        </pc:spChg>
      </pc:sldChg>
      <pc:sldChg chg="addSp modSp add mod modAnim">
        <pc:chgData name="Lucas Jellema" userId="7e183fbb-84e0-44b3-9b03-0792bc8d162b" providerId="ADAL" clId="{73E2A6C5-4355-48DA-BF82-54E515B70C33}" dt="2026-09-28T08:19:25.303" v="3785"/>
        <pc:sldMkLst>
          <pc:docMk/>
          <pc:sldMk cId="2575532591" sldId="2147474670"/>
        </pc:sldMkLst>
        <pc:spChg chg="mod">
          <ac:chgData name="Lucas Jellema" userId="7e183fbb-84e0-44b3-9b03-0792bc8d162b" providerId="ADAL" clId="{73E2A6C5-4355-48DA-BF82-54E515B70C33}" dt="2026-09-28T07:31:54.611" v="3262" actId="20577"/>
          <ac:spMkLst>
            <pc:docMk/>
            <pc:sldMk cId="2575532591" sldId="2147474670"/>
            <ac:spMk id="4" creationId="{229DE981-BCCD-E664-449D-D1D9D3D2D326}"/>
          </ac:spMkLst>
        </pc:spChg>
        <pc:spChg chg="mod">
          <ac:chgData name="Lucas Jellema" userId="7e183fbb-84e0-44b3-9b03-0792bc8d162b" providerId="ADAL" clId="{73E2A6C5-4355-48DA-BF82-54E515B70C33}" dt="2026-09-28T06:43:51.804" v="2808" actId="20577"/>
          <ac:spMkLst>
            <pc:docMk/>
            <pc:sldMk cId="2575532591" sldId="2147474670"/>
            <ac:spMk id="6" creationId="{431B06BE-DB8D-B340-D391-F0A91A7F901D}"/>
          </ac:spMkLst>
        </pc:spChg>
        <pc:spChg chg="add mod">
          <ac:chgData name="Lucas Jellema" userId="7e183fbb-84e0-44b3-9b03-0792bc8d162b" providerId="ADAL" clId="{73E2A6C5-4355-48DA-BF82-54E515B70C33}" dt="2026-09-28T08:17:31.596" v="3771" actId="113"/>
          <ac:spMkLst>
            <pc:docMk/>
            <pc:sldMk cId="2575532591" sldId="2147474670"/>
            <ac:spMk id="9" creationId="{3A29F72F-0E4C-CBA1-26E2-A76D01AC188F}"/>
          </ac:spMkLst>
        </pc:spChg>
        <pc:picChg chg="add mod">
          <ac:chgData name="Lucas Jellema" userId="7e183fbb-84e0-44b3-9b03-0792bc8d162b" providerId="ADAL" clId="{73E2A6C5-4355-48DA-BF82-54E515B70C33}" dt="2026-09-28T08:19:17.693" v="3783" actId="1076"/>
          <ac:picMkLst>
            <pc:docMk/>
            <pc:sldMk cId="2575532591" sldId="2147474670"/>
            <ac:picMk id="11" creationId="{24E9AE30-FBD0-1AAB-1664-0F34304B7E00}"/>
          </ac:picMkLst>
        </pc:picChg>
      </pc:sldChg>
      <pc:sldChg chg="addSp delSp modSp add mod modAnim">
        <pc:chgData name="Lucas Jellema" userId="7e183fbb-84e0-44b3-9b03-0792bc8d162b" providerId="ADAL" clId="{73E2A6C5-4355-48DA-BF82-54E515B70C33}" dt="2026-09-28T13:13:24.895" v="4111" actId="1076"/>
        <pc:sldMkLst>
          <pc:docMk/>
          <pc:sldMk cId="1223877794" sldId="2147474671"/>
        </pc:sldMkLst>
        <pc:spChg chg="mod">
          <ac:chgData name="Lucas Jellema" userId="7e183fbb-84e0-44b3-9b03-0792bc8d162b" providerId="ADAL" clId="{73E2A6C5-4355-48DA-BF82-54E515B70C33}" dt="2026-09-28T13:09:22.518" v="4097" actId="14100"/>
          <ac:spMkLst>
            <pc:docMk/>
            <pc:sldMk cId="1223877794" sldId="2147474671"/>
            <ac:spMk id="4" creationId="{CEC04216-5F52-FD33-0A62-B9E8AD0F9BA6}"/>
          </ac:spMkLst>
        </pc:spChg>
        <pc:spChg chg="mod">
          <ac:chgData name="Lucas Jellema" userId="7e183fbb-84e0-44b3-9b03-0792bc8d162b" providerId="ADAL" clId="{73E2A6C5-4355-48DA-BF82-54E515B70C33}" dt="2026-09-28T06:43:10.759" v="2764" actId="20577"/>
          <ac:spMkLst>
            <pc:docMk/>
            <pc:sldMk cId="1223877794" sldId="2147474671"/>
            <ac:spMk id="6" creationId="{1F2FD3C0-159C-B19B-432D-357A14D2D210}"/>
          </ac:spMkLst>
        </pc:spChg>
        <pc:picChg chg="add del mod modCrop">
          <ac:chgData name="Lucas Jellema" userId="7e183fbb-84e0-44b3-9b03-0792bc8d162b" providerId="ADAL" clId="{73E2A6C5-4355-48DA-BF82-54E515B70C33}" dt="2026-09-28T13:08:55.102" v="4081" actId="478"/>
          <ac:picMkLst>
            <pc:docMk/>
            <pc:sldMk cId="1223877794" sldId="2147474671"/>
            <ac:picMk id="10" creationId="{507E1ECE-7CF5-671E-65B6-2F74369A7E81}"/>
          </ac:picMkLst>
        </pc:picChg>
        <pc:picChg chg="add del mod">
          <ac:chgData name="Lucas Jellema" userId="7e183fbb-84e0-44b3-9b03-0792bc8d162b" providerId="ADAL" clId="{73E2A6C5-4355-48DA-BF82-54E515B70C33}" dt="2026-09-28T13:10:07.498" v="4098" actId="478"/>
          <ac:picMkLst>
            <pc:docMk/>
            <pc:sldMk cId="1223877794" sldId="2147474671"/>
            <ac:picMk id="12" creationId="{B9F078EF-A046-2E43-DD10-5FB05394F579}"/>
          </ac:picMkLst>
        </pc:picChg>
        <pc:picChg chg="add mod modCrop">
          <ac:chgData name="Lucas Jellema" userId="7e183fbb-84e0-44b3-9b03-0792bc8d162b" providerId="ADAL" clId="{73E2A6C5-4355-48DA-BF82-54E515B70C33}" dt="2026-09-28T13:13:24.895" v="4111" actId="1076"/>
          <ac:picMkLst>
            <pc:docMk/>
            <pc:sldMk cId="1223877794" sldId="2147474671"/>
            <ac:picMk id="14" creationId="{C41564E5-3FEE-B993-4FD9-B9B4575A0FD6}"/>
          </ac:picMkLst>
        </pc:picChg>
      </pc:sldChg>
      <pc:sldChg chg="addSp delSp modSp new mod modAnim">
        <pc:chgData name="Lucas Jellema" userId="7e183fbb-84e0-44b3-9b03-0792bc8d162b" providerId="ADAL" clId="{73E2A6C5-4355-48DA-BF82-54E515B70C33}" dt="2026-09-29T05:38:55.588" v="5221" actId="1076"/>
        <pc:sldMkLst>
          <pc:docMk/>
          <pc:sldMk cId="1877001679" sldId="2147474672"/>
        </pc:sldMkLst>
        <pc:spChg chg="mod">
          <ac:chgData name="Lucas Jellema" userId="7e183fbb-84e0-44b3-9b03-0792bc8d162b" providerId="ADAL" clId="{73E2A6C5-4355-48DA-BF82-54E515B70C33}" dt="2026-09-28T13:30:38.387" v="4949" actId="1076"/>
          <ac:spMkLst>
            <pc:docMk/>
            <pc:sldMk cId="1877001679" sldId="2147474672"/>
            <ac:spMk id="3" creationId="{26642B8F-34DA-477E-B26B-49AE5C1A99F2}"/>
          </ac:spMkLst>
        </pc:spChg>
        <pc:spChg chg="mod">
          <ac:chgData name="Lucas Jellema" userId="7e183fbb-84e0-44b3-9b03-0792bc8d162b" providerId="ADAL" clId="{73E2A6C5-4355-48DA-BF82-54E515B70C33}" dt="2026-09-29T05:38:51.484" v="5220" actId="20577"/>
          <ac:spMkLst>
            <pc:docMk/>
            <pc:sldMk cId="1877001679" sldId="2147474672"/>
            <ac:spMk id="4" creationId="{F6E8B4A0-8A65-FF65-9F11-D1DC0DFE7902}"/>
          </ac:spMkLst>
        </pc:spChg>
        <pc:spChg chg="mod">
          <ac:chgData name="Lucas Jellema" userId="7e183fbb-84e0-44b3-9b03-0792bc8d162b" providerId="ADAL" clId="{73E2A6C5-4355-48DA-BF82-54E515B70C33}" dt="2026-09-29T05:38:28.704" v="5215" actId="20577"/>
          <ac:spMkLst>
            <pc:docMk/>
            <pc:sldMk cId="1877001679" sldId="2147474672"/>
            <ac:spMk id="6" creationId="{676DE824-249D-3612-9476-5DEB376B2E03}"/>
          </ac:spMkLst>
        </pc:spChg>
        <pc:spChg chg="add mod">
          <ac:chgData name="Lucas Jellema" userId="7e183fbb-84e0-44b3-9b03-0792bc8d162b" providerId="ADAL" clId="{73E2A6C5-4355-48DA-BF82-54E515B70C33}" dt="2026-09-29T05:33:02.790" v="5168" actId="14100"/>
          <ac:spMkLst>
            <pc:docMk/>
            <pc:sldMk cId="1877001679" sldId="2147474672"/>
            <ac:spMk id="17" creationId="{5C06B00E-1E74-95A6-9D71-A1C5DD5FA9F6}"/>
          </ac:spMkLst>
        </pc:spChg>
        <pc:spChg chg="add mod">
          <ac:chgData name="Lucas Jellema" userId="7e183fbb-84e0-44b3-9b03-0792bc8d162b" providerId="ADAL" clId="{73E2A6C5-4355-48DA-BF82-54E515B70C33}" dt="2026-09-29T05:32:56.741" v="5167" actId="14100"/>
          <ac:spMkLst>
            <pc:docMk/>
            <pc:sldMk cId="1877001679" sldId="2147474672"/>
            <ac:spMk id="19" creationId="{33A09C58-94F8-1F82-9112-804850C27FE3}"/>
          </ac:spMkLst>
        </pc:spChg>
        <pc:spChg chg="add mod">
          <ac:chgData name="Lucas Jellema" userId="7e183fbb-84e0-44b3-9b03-0792bc8d162b" providerId="ADAL" clId="{73E2A6C5-4355-48DA-BF82-54E515B70C33}" dt="2026-09-29T05:32:37.470" v="5162" actId="164"/>
          <ac:spMkLst>
            <pc:docMk/>
            <pc:sldMk cId="1877001679" sldId="2147474672"/>
            <ac:spMk id="21" creationId="{5823ED72-B50B-BED9-03E0-1C3B5F63C872}"/>
          </ac:spMkLst>
        </pc:spChg>
        <pc:spChg chg="add mod">
          <ac:chgData name="Lucas Jellema" userId="7e183fbb-84e0-44b3-9b03-0792bc8d162b" providerId="ADAL" clId="{73E2A6C5-4355-48DA-BF82-54E515B70C33}" dt="2026-09-29T05:32:37.470" v="5162" actId="164"/>
          <ac:spMkLst>
            <pc:docMk/>
            <pc:sldMk cId="1877001679" sldId="2147474672"/>
            <ac:spMk id="22" creationId="{9E8BDCB4-272B-10BB-592B-6F1FE4BBADBA}"/>
          </ac:spMkLst>
        </pc:spChg>
        <pc:grpChg chg="add del mod">
          <ac:chgData name="Lucas Jellema" userId="7e183fbb-84e0-44b3-9b03-0792bc8d162b" providerId="ADAL" clId="{73E2A6C5-4355-48DA-BF82-54E515B70C33}" dt="2026-09-29T05:34:15.818" v="5206" actId="478"/>
          <ac:grpSpMkLst>
            <pc:docMk/>
            <pc:sldMk cId="1877001679" sldId="2147474672"/>
            <ac:grpSpMk id="23" creationId="{DEB99564-999D-A6BB-9CC8-37B0E64EEAE5}"/>
          </ac:grpSpMkLst>
        </pc:grpChg>
        <pc:picChg chg="add mod">
          <ac:chgData name="Lucas Jellema" userId="7e183fbb-84e0-44b3-9b03-0792bc8d162b" providerId="ADAL" clId="{73E2A6C5-4355-48DA-BF82-54E515B70C33}" dt="2026-09-29T05:38:22.998" v="5214" actId="1076"/>
          <ac:picMkLst>
            <pc:docMk/>
            <pc:sldMk cId="1877001679" sldId="2147474672"/>
            <ac:picMk id="8" creationId="{C1FD23AE-15E5-90AE-F3FB-4B2EFE537B82}"/>
          </ac:picMkLst>
        </pc:picChg>
        <pc:picChg chg="add del mod">
          <ac:chgData name="Lucas Jellema" userId="7e183fbb-84e0-44b3-9b03-0792bc8d162b" providerId="ADAL" clId="{73E2A6C5-4355-48DA-BF82-54E515B70C33}" dt="2026-09-29T05:15:05.139" v="5104" actId="478"/>
          <ac:picMkLst>
            <pc:docMk/>
            <pc:sldMk cId="1877001679" sldId="2147474672"/>
            <ac:picMk id="9" creationId="{CA520ECE-6C63-7736-4F15-6B3CF2EAFF5C}"/>
          </ac:picMkLst>
        </pc:picChg>
        <pc:picChg chg="add mod">
          <ac:chgData name="Lucas Jellema" userId="7e183fbb-84e0-44b3-9b03-0792bc8d162b" providerId="ADAL" clId="{73E2A6C5-4355-48DA-BF82-54E515B70C33}" dt="2026-09-29T05:16:05.745" v="5107" actId="1076"/>
          <ac:picMkLst>
            <pc:docMk/>
            <pc:sldMk cId="1877001679" sldId="2147474672"/>
            <ac:picMk id="11" creationId="{EF875954-CB58-1482-2977-E82E732CD447}"/>
          </ac:picMkLst>
        </pc:picChg>
        <pc:picChg chg="add mod">
          <ac:chgData name="Lucas Jellema" userId="7e183fbb-84e0-44b3-9b03-0792bc8d162b" providerId="ADAL" clId="{73E2A6C5-4355-48DA-BF82-54E515B70C33}" dt="2026-09-29T05:38:41.455" v="5217" actId="1076"/>
          <ac:picMkLst>
            <pc:docMk/>
            <pc:sldMk cId="1877001679" sldId="2147474672"/>
            <ac:picMk id="12" creationId="{B3E8C00F-5F78-789D-B791-59B3C23AA215}"/>
          </ac:picMkLst>
        </pc:picChg>
        <pc:picChg chg="add mod">
          <ac:chgData name="Lucas Jellema" userId="7e183fbb-84e0-44b3-9b03-0792bc8d162b" providerId="ADAL" clId="{73E2A6C5-4355-48DA-BF82-54E515B70C33}" dt="2026-09-29T05:38:55.588" v="5221" actId="1076"/>
          <ac:picMkLst>
            <pc:docMk/>
            <pc:sldMk cId="1877001679" sldId="2147474672"/>
            <ac:picMk id="14" creationId="{07D93FF6-9B08-AD52-BD1D-157A27E9370F}"/>
          </ac:picMkLst>
        </pc:picChg>
        <pc:picChg chg="add mod modCrop">
          <ac:chgData name="Lucas Jellema" userId="7e183fbb-84e0-44b3-9b03-0792bc8d162b" providerId="ADAL" clId="{73E2A6C5-4355-48DA-BF82-54E515B70C33}" dt="2026-09-29T05:32:37.470" v="5162" actId="164"/>
          <ac:picMkLst>
            <pc:docMk/>
            <pc:sldMk cId="1877001679" sldId="2147474672"/>
            <ac:picMk id="16" creationId="{E5FF4C6C-E621-2240-371E-B16BDF8BF2D6}"/>
          </ac:picMkLst>
        </pc:picChg>
        <pc:picChg chg="add mod">
          <ac:chgData name="Lucas Jellema" userId="7e183fbb-84e0-44b3-9b03-0792bc8d162b" providerId="ADAL" clId="{73E2A6C5-4355-48DA-BF82-54E515B70C33}" dt="2026-09-29T05:38:17.485" v="5213" actId="1076"/>
          <ac:picMkLst>
            <pc:docMk/>
            <pc:sldMk cId="1877001679" sldId="2147474672"/>
            <ac:picMk id="25" creationId="{94C617DA-8422-85EA-03B5-07FD9A88E8F1}"/>
          </ac:picMkLst>
        </pc:picChg>
      </pc:sldChg>
      <pc:sldChg chg="addSp modSp new mod modTransition modAnim">
        <pc:chgData name="Lucas Jellema" userId="7e183fbb-84e0-44b3-9b03-0792bc8d162b" providerId="ADAL" clId="{73E2A6C5-4355-48DA-BF82-54E515B70C33}" dt="2026-09-28T13:03:44.422" v="4053" actId="313"/>
        <pc:sldMkLst>
          <pc:docMk/>
          <pc:sldMk cId="2198690473" sldId="2147474673"/>
        </pc:sldMkLst>
        <pc:spChg chg="mod">
          <ac:chgData name="Lucas Jellema" userId="7e183fbb-84e0-44b3-9b03-0792bc8d162b" providerId="ADAL" clId="{73E2A6C5-4355-48DA-BF82-54E515B70C33}" dt="2026-09-28T13:02:58.895" v="3993" actId="20577"/>
          <ac:spMkLst>
            <pc:docMk/>
            <pc:sldMk cId="2198690473" sldId="2147474673"/>
            <ac:spMk id="3" creationId="{4FF75EFD-9C03-4B55-8159-580E6196847E}"/>
          </ac:spMkLst>
        </pc:spChg>
        <pc:spChg chg="mod">
          <ac:chgData name="Lucas Jellema" userId="7e183fbb-84e0-44b3-9b03-0792bc8d162b" providerId="ADAL" clId="{73E2A6C5-4355-48DA-BF82-54E515B70C33}" dt="2026-09-28T13:03:44.422" v="4053" actId="313"/>
          <ac:spMkLst>
            <pc:docMk/>
            <pc:sldMk cId="2198690473" sldId="2147474673"/>
            <ac:spMk id="6" creationId="{DACDD6B5-950D-0C7A-A42D-5798B8193B41}"/>
          </ac:spMkLst>
        </pc:spChg>
        <pc:spChg chg="add mod">
          <ac:chgData name="Lucas Jellema" userId="7e183fbb-84e0-44b3-9b03-0792bc8d162b" providerId="ADAL" clId="{73E2A6C5-4355-48DA-BF82-54E515B70C33}" dt="2026-09-28T08:18:50.273" v="3776" actId="1076"/>
          <ac:spMkLst>
            <pc:docMk/>
            <pc:sldMk cId="2198690473" sldId="2147474673"/>
            <ac:spMk id="10" creationId="{488F85C3-4D48-0216-A0DD-77631696886C}"/>
          </ac:spMkLst>
        </pc:spChg>
        <pc:picChg chg="add mod ord">
          <ac:chgData name="Lucas Jellema" userId="7e183fbb-84e0-44b3-9b03-0792bc8d162b" providerId="ADAL" clId="{73E2A6C5-4355-48DA-BF82-54E515B70C33}" dt="2026-09-28T08:19:04.366" v="3780" actId="167"/>
          <ac:picMkLst>
            <pc:docMk/>
            <pc:sldMk cId="2198690473" sldId="2147474673"/>
            <ac:picMk id="9" creationId="{757D2014-B738-229C-B841-B377D526F8D5}"/>
          </ac:picMkLst>
        </pc:picChg>
      </pc:sldChg>
      <pc:sldChg chg="addSp modSp new mod ord modShow">
        <pc:chgData name="Lucas Jellema" userId="7e183fbb-84e0-44b3-9b03-0792bc8d162b" providerId="ADAL" clId="{73E2A6C5-4355-48DA-BF82-54E515B70C33}" dt="2026-09-29T06:10:50.725" v="5300"/>
        <pc:sldMkLst>
          <pc:docMk/>
          <pc:sldMk cId="1103294526" sldId="2147474674"/>
        </pc:sldMkLst>
        <pc:picChg chg="add mod">
          <ac:chgData name="Lucas Jellema" userId="7e183fbb-84e0-44b3-9b03-0792bc8d162b" providerId="ADAL" clId="{73E2A6C5-4355-48DA-BF82-54E515B70C33}" dt="2026-09-28T10:10:22.221" v="3948" actId="14100"/>
          <ac:picMkLst>
            <pc:docMk/>
            <pc:sldMk cId="1103294526" sldId="2147474674"/>
            <ac:picMk id="9" creationId="{5F02A7DC-A645-1C14-8680-F2E01A350191}"/>
          </ac:picMkLst>
        </pc:picChg>
        <pc:picChg chg="add mod">
          <ac:chgData name="Lucas Jellema" userId="7e183fbb-84e0-44b3-9b03-0792bc8d162b" providerId="ADAL" clId="{73E2A6C5-4355-48DA-BF82-54E515B70C33}" dt="2026-09-29T06:10:40.728" v="5297" actId="1076"/>
          <ac:picMkLst>
            <pc:docMk/>
            <pc:sldMk cId="1103294526" sldId="2147474674"/>
            <ac:picMk id="10" creationId="{B927D4EF-85C9-A342-4ADC-A0D8C1130947}"/>
          </ac:picMkLst>
        </pc:picChg>
      </pc:sldChg>
      <pc:sldChg chg="addSp delSp modSp add mod modTransition modAnim">
        <pc:chgData name="Lucas Jellema" userId="7e183fbb-84e0-44b3-9b03-0792bc8d162b" providerId="ADAL" clId="{73E2A6C5-4355-48DA-BF82-54E515B70C33}" dt="2026-09-29T06:10:44.079" v="5298" actId="478"/>
        <pc:sldMkLst>
          <pc:docMk/>
          <pc:sldMk cId="527661330" sldId="2147474675"/>
        </pc:sldMkLst>
        <pc:spChg chg="add mod">
          <ac:chgData name="Lucas Jellema" userId="7e183fbb-84e0-44b3-9b03-0792bc8d162b" providerId="ADAL" clId="{73E2A6C5-4355-48DA-BF82-54E515B70C33}" dt="2026-09-28T10:12:42.774" v="3964" actId="14100"/>
          <ac:spMkLst>
            <pc:docMk/>
            <pc:sldMk cId="527661330" sldId="2147474675"/>
            <ac:spMk id="4" creationId="{79886AE5-BC09-CD54-E5AD-598DE5F4F1B2}"/>
          </ac:spMkLst>
        </pc:spChg>
        <pc:picChg chg="add del mod">
          <ac:chgData name="Lucas Jellema" userId="7e183fbb-84e0-44b3-9b03-0792bc8d162b" providerId="ADAL" clId="{73E2A6C5-4355-48DA-BF82-54E515B70C33}" dt="2026-09-29T06:10:44.079" v="5298" actId="478"/>
          <ac:picMkLst>
            <pc:docMk/>
            <pc:sldMk cId="527661330" sldId="2147474675"/>
            <ac:picMk id="6" creationId="{20D1BBF1-F173-DCBD-D84A-F1211AE54B05}"/>
          </ac:picMkLst>
        </pc:picChg>
        <pc:inkChg chg="add">
          <ac:chgData name="Lucas Jellema" userId="7e183fbb-84e0-44b3-9b03-0792bc8d162b" providerId="ADAL" clId="{73E2A6C5-4355-48DA-BF82-54E515B70C33}" dt="2026-09-28T10:13:05.146" v="3965" actId="9405"/>
          <ac:inkMkLst>
            <pc:docMk/>
            <pc:sldMk cId="527661330" sldId="2147474675"/>
            <ac:inkMk id="5" creationId="{7544B2D6-15D5-E0E8-6037-562543A489E7}"/>
          </ac:inkMkLst>
        </pc:inkChg>
      </pc:sldChg>
      <pc:sldChg chg="addSp delSp modSp add del mod modClrScheme chgLayout">
        <pc:chgData name="Lucas Jellema" userId="7e183fbb-84e0-44b3-9b03-0792bc8d162b" providerId="ADAL" clId="{73E2A6C5-4355-48DA-BF82-54E515B70C33}" dt="2026-09-28T13:21:57.734" v="4603" actId="47"/>
        <pc:sldMkLst>
          <pc:docMk/>
          <pc:sldMk cId="3912609461" sldId="2147474676"/>
        </pc:sldMkLst>
        <pc:spChg chg="del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2" creationId="{9EC5879A-87D2-981F-7B53-00B646B1D8A0}"/>
          </ac:spMkLst>
        </pc:spChg>
        <pc:spChg chg="mod or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3" creationId="{C3EF645F-2C04-001F-19D4-586A47775A66}"/>
          </ac:spMkLst>
        </pc:spChg>
        <pc:spChg chg="del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4" creationId="{4D427202-AD90-486E-CBA6-378ECB0C3347}"/>
          </ac:spMkLst>
        </pc:spChg>
        <pc:spChg chg="mod or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6" creationId="{833BDF8F-15C8-21F9-B3C5-C97B1AE7D952}"/>
          </ac:spMkLst>
        </pc:spChg>
        <pc:spChg chg="del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7" creationId="{3694169A-7161-D2CC-79CC-BD77A67B99C7}"/>
          </ac:spMkLst>
        </pc:spChg>
        <pc:spChg chg="mod">
          <ac:chgData name="Lucas Jellema" userId="7e183fbb-84e0-44b3-9b03-0792bc8d162b" providerId="ADAL" clId="{73E2A6C5-4355-48DA-BF82-54E515B70C33}" dt="2026-09-28T13:21:10.822" v="4590" actId="15"/>
          <ac:spMkLst>
            <pc:docMk/>
            <pc:sldMk cId="3912609461" sldId="2147474676"/>
            <ac:spMk id="10" creationId="{98AFA652-8845-72BA-B522-C02C1F9D02DD}"/>
          </ac:spMkLst>
        </pc:spChg>
        <pc:spChg chg="add mo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17" creationId="{A31291CF-1419-304B-1859-9131837B5ECC}"/>
          </ac:spMkLst>
        </pc:spChg>
        <pc:spChg chg="add mo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19" creationId="{A3CE2D55-D388-D1B8-1E7A-0308EAB6D557}"/>
          </ac:spMkLst>
        </pc:spChg>
        <pc:spChg chg="add mo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21" creationId="{5AD79AEA-454D-7DE2-CF28-622295EA728F}"/>
          </ac:spMkLst>
        </pc:spChg>
        <pc:spChg chg="add mod">
          <ac:chgData name="Lucas Jellema" userId="7e183fbb-84e0-44b3-9b03-0792bc8d162b" providerId="ADAL" clId="{73E2A6C5-4355-48DA-BF82-54E515B70C33}" dt="2026-09-28T13:20:56.940" v="4586" actId="26606"/>
          <ac:spMkLst>
            <pc:docMk/>
            <pc:sldMk cId="3912609461" sldId="2147474676"/>
            <ac:spMk id="23" creationId="{96BF59E6-AA5D-7890-023C-0DEF0C78F526}"/>
          </ac:spMkLst>
        </pc:spChg>
        <pc:picChg chg="add mod">
          <ac:chgData name="Lucas Jellema" userId="7e183fbb-84e0-44b3-9b03-0792bc8d162b" providerId="ADAL" clId="{73E2A6C5-4355-48DA-BF82-54E515B70C33}" dt="2026-09-28T13:21:11.615" v="4592" actId="1076"/>
          <ac:picMkLst>
            <pc:docMk/>
            <pc:sldMk cId="3912609461" sldId="2147474676"/>
            <ac:picMk id="8" creationId="{F62032F6-A4D1-10FD-9E2C-7D0F47DBF9CF}"/>
          </ac:picMkLst>
        </pc:picChg>
        <pc:picChg chg="del">
          <ac:chgData name="Lucas Jellema" userId="7e183fbb-84e0-44b3-9b03-0792bc8d162b" providerId="ADAL" clId="{73E2A6C5-4355-48DA-BF82-54E515B70C33}" dt="2026-09-28T13:19:21.649" v="4563" actId="478"/>
          <ac:picMkLst>
            <pc:docMk/>
            <pc:sldMk cId="3912609461" sldId="2147474676"/>
            <ac:picMk id="9" creationId="{6B1627B6-C85D-78A2-1375-C7CC6BCFD22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0:13:05.1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5565 287 24575,'-9'0'0,"0"-2"0,-1 1 0,1-1 0,1-1 0,-1 0 0,-11-4 0,-22-8 0,-92-15 0,-214-20 0,-142 24 0,485 26 0,-308-3 0,-1 26 0,-87 10 0,-1-30 0,296-4 0,-241 30 0,19 0 0,89-31 0,-113 3 0,291 6 0,0 3 0,0 2 0,-112 39 0,19-6 0,-2 8 0,56-17 0,81-29 0,1 1 0,0 1 0,-28 19 0,-28 14 0,42-27 0,-202 104 0,183-88 0,1 2 0,2 2 0,-55 54 0,44-41 0,49-42 0,1 1 0,0 0 0,0 0 0,0 1 0,1 0 0,1 0 0,-1 1 0,1 0 0,1 0 0,0 0 0,-8 17 0,3 6 0,1 0 0,2 0 0,1 0 0,1 1 0,2 0 0,1 1 0,2-1 0,1 0 0,2 1 0,1-1 0,8 36 0,-6-55 0,-1 1 0,2-1 0,-1 0 0,2 0 0,0-1 0,1 0 0,0 0 0,1-1 0,0 0 0,19 18 0,9 5 0,76 54 0,-51-43 0,281 207 0,-302-226 0,1-2 0,1-1 0,2-3 0,0-2 0,1-1 0,0-3 0,1-1 0,1-3 0,0-2 0,1-2 0,0-2 0,52-1 0,-20-4 0,-1 4 0,116 21 0,-108-2 0,110 41 0,-107-31 0,95 20 0,-97-36 0,1-4 0,152 3 0,-117-19 0,176-24 0,605-166 0,-764 163 0,232-21 0,-178 29 0,540-96 0,-529 68 0,-106 23 0,123-16 0,204-47 0,-100 15 0,-270 64 0,-1-2 0,-1-3 0,77-32 0,-113 39 0,-1-2 0,-1 0 0,1-1 0,31-28 0,60-68 0,-54 50 0,-19 19 0,-3 0 0,-1-3 0,-2 0 0,-2-2 0,35-72 0,-38 60 0,-3-1 0,-1-1 0,-4 0 0,16-88 0,-30 128 0,-1 0 0,-2-1 0,0 1 0,0-1 0,-5-33 0,2 43 0,0 0 0,0 0 0,-1 0 0,-1 0 0,1 0 0,-1 1 0,-1-1 0,1 1 0,-1 0 0,-1 0 0,1 1 0,-2 0 0,-8-9 0,-14-9 0,-1 1 0,-2 2 0,0 1 0,-1 1 0,0 2 0,-55-21 0,-229-61 0,198 67 0,45 12 0,-1 4 0,-78-9 0,85 18 0,0-3 0,1-3 0,-107-37 0,150 43 0,0 1 0,0 2 0,0 0 0,-48-2 0,-102 8 0,67 2 0,101-3 0,-33 0 0,-53 7 0,78-5 0,1 0 0,-1 2 0,1 0 0,0 0 0,0 1 0,0 1 0,-17 10 0,-119 63 0,109-60 0,22-11 40,-1 0-1,-29 6 1,28-9-535,1 1 1,-29 13-1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0D946-E29B-4592-9396-A2308C07CF86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11F09-5884-4A32-8377-D1AB5E0B8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401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gage.cloud.microsoft/main/org/conclusion.nl/threads/eyJfdHlwZSI6IlRocmVhZCIsImlkIjoiMzc3MDAwOTkyODU4MTEyMCJ9?trk_copy_link=V2_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gage.cloud.microsoft/main/org/conclusion.nl/threads/eyJfdHlwZSI6IlRocmVhZCIsImlkIjoiMzc3MDAwOTkyODU4MTEyMCJ9?trk_copy_link=V2_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gage.cloud.microsoft/main/org/conclusion.nl/threads/eyJfdHlwZSI6IlRocmVhZCIsImlkIjoiMzc3MDAwOTkyODU4MTEyMCJ9?trk_copy_link=V2_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gage.cloud.microsoft/main/org/conclusion.nl/threads/eyJfdHlwZSI6IlRocmVhZCIsImlkIjoiMzc3MDAwOTkyODU4MTEyMCJ9?trk_copy_link=V2_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11F09-5884-4A32-8377-D1AB5E0B85E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6547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</a:t>
            </a:r>
            <a:r>
              <a:rPr lang="en-US" dirty="0" err="1"/>
              <a:t>sturen</a:t>
            </a:r>
            <a:endParaRPr lang="en-US" dirty="0"/>
          </a:p>
          <a:p>
            <a:r>
              <a:rPr lang="en-US" dirty="0" err="1"/>
              <a:t>Telefoongesprek</a:t>
            </a:r>
            <a:r>
              <a:rPr lang="en-US" dirty="0"/>
              <a:t> / WhatsApp </a:t>
            </a:r>
            <a:r>
              <a:rPr lang="en-US" dirty="0" err="1"/>
              <a:t>conversatie</a:t>
            </a:r>
            <a:r>
              <a:rPr lang="en-US" dirty="0"/>
              <a:t> </a:t>
            </a:r>
            <a:r>
              <a:rPr lang="en-US" dirty="0" err="1"/>
              <a:t>voeren</a:t>
            </a:r>
            <a:endParaRPr lang="en-US" dirty="0"/>
          </a:p>
          <a:p>
            <a:r>
              <a:rPr lang="en-US" dirty="0"/>
              <a:t>Ticket </a:t>
            </a:r>
            <a:r>
              <a:rPr lang="en-US" dirty="0" err="1"/>
              <a:t>insturen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service desk</a:t>
            </a:r>
          </a:p>
          <a:p>
            <a:r>
              <a:rPr lang="en-US" dirty="0"/>
              <a:t>Code </a:t>
            </a:r>
            <a:r>
              <a:rPr lang="en-US" dirty="0" err="1"/>
              <a:t>schrijven</a:t>
            </a:r>
            <a:endParaRPr lang="en-US" dirty="0"/>
          </a:p>
          <a:p>
            <a:r>
              <a:rPr lang="en-US" dirty="0"/>
              <a:t>Document </a:t>
            </a:r>
            <a:r>
              <a:rPr lang="en-US" dirty="0" err="1"/>
              <a:t>bewerken</a:t>
            </a:r>
            <a:endParaRPr lang="en-US" dirty="0"/>
          </a:p>
          <a:p>
            <a:r>
              <a:rPr lang="en-US" dirty="0"/>
              <a:t>Files </a:t>
            </a:r>
            <a:r>
              <a:rPr lang="en-US" dirty="0" err="1"/>
              <a:t>bewerken</a:t>
            </a:r>
            <a:endParaRPr lang="en-US" dirty="0"/>
          </a:p>
          <a:p>
            <a:r>
              <a:rPr lang="en-US" dirty="0"/>
              <a:t>Workflow </a:t>
            </a:r>
            <a:r>
              <a:rPr lang="en-US" dirty="0" err="1"/>
              <a:t>starten</a:t>
            </a:r>
            <a:endParaRPr lang="en-US" dirty="0"/>
          </a:p>
          <a:p>
            <a:r>
              <a:rPr lang="en-US" dirty="0"/>
              <a:t>API </a:t>
            </a:r>
            <a:r>
              <a:rPr lang="en-US" dirty="0" err="1"/>
              <a:t>aanroepen</a:t>
            </a:r>
            <a:endParaRPr lang="en-US" dirty="0"/>
          </a:p>
          <a:p>
            <a:pPr lvl="1"/>
            <a:r>
              <a:rPr lang="en-US" dirty="0" err="1"/>
              <a:t>Opvraging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CRM </a:t>
            </a:r>
            <a:r>
              <a:rPr lang="en-US" dirty="0" err="1"/>
              <a:t>systeem</a:t>
            </a:r>
            <a:endParaRPr lang="en-US" dirty="0"/>
          </a:p>
          <a:p>
            <a:pPr lvl="1"/>
            <a:r>
              <a:rPr lang="en-US" dirty="0"/>
              <a:t>Zoek-</a:t>
            </a:r>
            <a:r>
              <a:rPr lang="en-US" dirty="0" err="1"/>
              <a:t>actie</a:t>
            </a:r>
            <a:r>
              <a:rPr lang="en-US" dirty="0"/>
              <a:t> op internet</a:t>
            </a:r>
          </a:p>
          <a:p>
            <a:pPr lvl="1"/>
            <a:r>
              <a:rPr lang="en-US" dirty="0" err="1"/>
              <a:t>Bestelling</a:t>
            </a:r>
            <a:r>
              <a:rPr lang="en-US" dirty="0"/>
              <a:t> </a:t>
            </a:r>
            <a:r>
              <a:rPr lang="en-US" dirty="0" err="1"/>
              <a:t>plaatsen</a:t>
            </a:r>
            <a:endParaRPr lang="en-US" dirty="0"/>
          </a:p>
          <a:p>
            <a:pPr lvl="1"/>
            <a:r>
              <a:rPr lang="en-US" dirty="0" err="1"/>
              <a:t>Uitbetaling</a:t>
            </a:r>
            <a:r>
              <a:rPr lang="en-US" dirty="0"/>
              <a:t> </a:t>
            </a:r>
            <a:r>
              <a:rPr lang="en-US" dirty="0" err="1"/>
              <a:t>factuur</a:t>
            </a:r>
            <a:r>
              <a:rPr lang="en-US" dirty="0"/>
              <a:t> </a:t>
            </a:r>
            <a:r>
              <a:rPr lang="en-US" dirty="0" err="1"/>
              <a:t>aanvragen</a:t>
            </a:r>
            <a:endParaRPr lang="en-US" dirty="0"/>
          </a:p>
          <a:p>
            <a:pPr lvl="1"/>
            <a:r>
              <a:rPr lang="en-US" dirty="0"/>
              <a:t>Via IoT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fysiek</a:t>
            </a:r>
            <a:r>
              <a:rPr lang="en-US" dirty="0"/>
              <a:t> </a:t>
            </a:r>
            <a:r>
              <a:rPr lang="en-US" dirty="0" err="1"/>
              <a:t>systeem</a:t>
            </a:r>
            <a:r>
              <a:rPr lang="en-US" dirty="0"/>
              <a:t> </a:t>
            </a:r>
            <a:r>
              <a:rPr lang="en-US" dirty="0" err="1"/>
              <a:t>uitlezen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/of </a:t>
            </a:r>
            <a:r>
              <a:rPr lang="en-US" dirty="0" err="1"/>
              <a:t>aansturen</a:t>
            </a:r>
            <a:endParaRPr lang="en-US" dirty="0"/>
          </a:p>
          <a:p>
            <a:r>
              <a:rPr lang="en-US" dirty="0"/>
              <a:t>Een </a:t>
            </a:r>
            <a:r>
              <a:rPr lang="en-US" dirty="0" err="1"/>
              <a:t>mens</a:t>
            </a:r>
            <a:r>
              <a:rPr lang="en-US" dirty="0"/>
              <a:t> </a:t>
            </a:r>
            <a:r>
              <a:rPr lang="en-US" dirty="0" err="1"/>
              <a:t>vragen</a:t>
            </a:r>
            <a:endParaRPr lang="en-US" dirty="0"/>
          </a:p>
          <a:p>
            <a:pPr lvl="1"/>
            <a:r>
              <a:rPr lang="en-US" dirty="0"/>
              <a:t>Om </a:t>
            </a:r>
            <a:r>
              <a:rPr lang="en-US" dirty="0" err="1"/>
              <a:t>informatie</a:t>
            </a:r>
            <a:endParaRPr lang="en-US" dirty="0"/>
          </a:p>
          <a:p>
            <a:pPr lvl="1"/>
            <a:r>
              <a:rPr lang="en-US" dirty="0"/>
              <a:t>Om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beslissing</a:t>
            </a:r>
            <a:endParaRPr lang="en-US" dirty="0"/>
          </a:p>
          <a:p>
            <a:pPr lvl="1"/>
            <a:r>
              <a:rPr lang="en-US" dirty="0"/>
              <a:t>Om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actie</a:t>
            </a:r>
            <a:endParaRPr lang="en-US" dirty="0"/>
          </a:p>
          <a:p>
            <a:r>
              <a:rPr lang="en-US" dirty="0"/>
              <a:t>Andere agent </a:t>
            </a:r>
            <a:r>
              <a:rPr lang="en-US" dirty="0" err="1"/>
              <a:t>inschakelen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11F09-5884-4A32-8377-D1AB5E0B85E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078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309A-A51B-1ACA-C72B-1A5061DB9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33FE1-B34D-F17D-4D67-1CF9A97AB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C61DC-CC0C-14B0-95CF-CFD567B76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Lucas Jellema on Viva Engage: </a:t>
            </a:r>
            <a:r>
              <a:rPr lang="nl-NL" dirty="0">
                <a:hlinkClick r:id="rId3"/>
              </a:rPr>
              <a:t>Hoe moeten </a:t>
            </a:r>
            <a:r>
              <a:rPr lang="nl-NL" dirty="0" err="1">
                <a:hlinkClick r:id="rId3"/>
              </a:rPr>
              <a:t>Agents</a:t>
            </a:r>
            <a:r>
              <a:rPr lang="nl-NL" dirty="0">
                <a:hlinkClick r:id="rId3"/>
              </a:rPr>
              <a:t> getemd worden? Ik vertelde dit weekend aan Madelon over de mooie opdracht die ik had gemaakt voor het Slimmer Werken programma over...</a:t>
            </a:r>
            <a:r>
              <a:rPr lang="en-US" dirty="0"/>
              <a:t> Posted in AI Gilde on Mar 16,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5FA17-0B1B-8417-0286-44160521E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2AF4E-ECC7-495F-B56A-8FE13C61AA6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64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Lucas Jellema on Viva Engage: </a:t>
            </a:r>
            <a:r>
              <a:rPr lang="nl-NL" dirty="0">
                <a:hlinkClick r:id="rId3"/>
              </a:rPr>
              <a:t>Hoe moeten </a:t>
            </a:r>
            <a:r>
              <a:rPr lang="nl-NL" dirty="0" err="1">
                <a:hlinkClick r:id="rId3"/>
              </a:rPr>
              <a:t>Agents</a:t>
            </a:r>
            <a:r>
              <a:rPr lang="nl-NL" dirty="0">
                <a:hlinkClick r:id="rId3"/>
              </a:rPr>
              <a:t> getemd worden? Ik vertelde dit weekend aan Madelon over de mooie opdracht die ik had gemaakt voor het Slimmer Werken programma over...</a:t>
            </a:r>
            <a:r>
              <a:rPr lang="en-US" dirty="0"/>
              <a:t> Posted in AI Gilde on Mar 16,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2AF4E-ECC7-495F-B56A-8FE13C61AA6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60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1C04-DAB2-9A6A-BA4C-61972132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2B3F8-4897-86D8-C06E-098C1B960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48C14-4E50-5071-3B5C-638230BFA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Lucas Jellema on Viva Engage: </a:t>
            </a:r>
            <a:r>
              <a:rPr lang="nl-NL" dirty="0">
                <a:hlinkClick r:id="rId3"/>
              </a:rPr>
              <a:t>Hoe moeten </a:t>
            </a:r>
            <a:r>
              <a:rPr lang="nl-NL" dirty="0" err="1">
                <a:hlinkClick r:id="rId3"/>
              </a:rPr>
              <a:t>Agents</a:t>
            </a:r>
            <a:r>
              <a:rPr lang="nl-NL" dirty="0">
                <a:hlinkClick r:id="rId3"/>
              </a:rPr>
              <a:t> getemd worden? Ik vertelde dit weekend aan Madelon over de mooie opdracht die ik had gemaakt voor het Slimmer Werken programma over...</a:t>
            </a:r>
            <a:r>
              <a:rPr lang="en-US" dirty="0"/>
              <a:t> Posted in AI Gilde on Mar 16,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6DA89-CFEB-59C1-A0C9-E4F7326BE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2AF4E-ECC7-495F-B56A-8FE13C61AA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47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090A-931E-1C36-F5F8-3A45C0E8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D33B0-EDED-CE12-4A16-AB2A9FE3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FE95D-28FF-4872-9CD8-896207809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Lucas Jellema on Viva Engage: </a:t>
            </a:r>
            <a:r>
              <a:rPr lang="nl-NL" dirty="0">
                <a:hlinkClick r:id="rId3"/>
              </a:rPr>
              <a:t>Hoe moeten </a:t>
            </a:r>
            <a:r>
              <a:rPr lang="nl-NL" dirty="0" err="1">
                <a:hlinkClick r:id="rId3"/>
              </a:rPr>
              <a:t>Agents</a:t>
            </a:r>
            <a:r>
              <a:rPr lang="nl-NL" dirty="0">
                <a:hlinkClick r:id="rId3"/>
              </a:rPr>
              <a:t> getemd worden? Ik vertelde dit weekend aan Madelon over de mooie opdracht die ik had gemaakt voor het Slimmer Werken programma over...</a:t>
            </a:r>
            <a:r>
              <a:rPr lang="en-US" dirty="0"/>
              <a:t> Posted in AI Gilde on Mar 16,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0A103-E430-47D2-CAA8-CBADD8E5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2AF4E-ECC7-495F-B56A-8FE13C61AA6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2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5BC1CA0-BD6C-F377-1D8E-B6628306CE13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9C3478B2-345F-A542-4BCC-ABA7B09386F8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21" name="Tijdelijke aanduiding voor tekst 13">
            <a:extLst>
              <a:ext uri="{FF2B5EF4-FFF2-40B4-BE49-F238E27FC236}">
                <a16:creationId xmlns:a16="http://schemas.microsoft.com/office/drawing/2014/main" id="{FEB67B49-9821-057A-C509-F934E32B642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69595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4713" y="5457335"/>
            <a:ext cx="3433762" cy="311640"/>
          </a:xfrm>
        </p:spPr>
        <p:txBody>
          <a:bodyPr/>
          <a:lstStyle>
            <a:lvl1pPr marL="0" indent="0">
              <a:buNone/>
              <a:defRPr sz="24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Naam van spreker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ACF1EB8F-C1DB-64E5-C558-09648E5B0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82656"/>
            <a:ext cx="12193200" cy="264608"/>
          </a:xfrm>
        </p:spPr>
        <p:txBody>
          <a:bodyPr anchor="ctr" anchorCtr="0"/>
          <a:lstStyle>
            <a:lvl1pPr>
              <a:defRPr sz="1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l-NL" dirty="0"/>
              <a:t>Titel slide (afbeelding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342196B3-AAA0-4110-12B0-03A8C3F58E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4713" y="3776282"/>
            <a:ext cx="7218362" cy="1612900"/>
          </a:xfrm>
        </p:spPr>
        <p:txBody>
          <a:bodyPr anchor="b" anchorCtr="0"/>
          <a:lstStyle>
            <a:lvl1pPr marL="0" indent="0"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05B5720B-8744-9913-025C-B6FA50B36842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grpSp>
        <p:nvGrpSpPr>
          <p:cNvPr id="2" name="INSTRUCTIE">
            <a:extLst>
              <a:ext uri="{FF2B5EF4-FFF2-40B4-BE49-F238E27FC236}">
                <a16:creationId xmlns:a16="http://schemas.microsoft.com/office/drawing/2014/main" id="{3FAD873F-FB9B-F433-CE25-D8DBE650545E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3" name="Rechthoek 2">
              <a:extLst>
                <a:ext uri="{FF2B5EF4-FFF2-40B4-BE49-F238E27FC236}">
                  <a16:creationId xmlns:a16="http://schemas.microsoft.com/office/drawing/2014/main" id="{AD39028D-AB04-1751-2B83-9C384B4BFBAA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DE50A343-6CDD-AC52-C754-78860761B17A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" name="Gelijkbenige driehoek 6">
              <a:extLst>
                <a:ext uri="{FF2B5EF4-FFF2-40B4-BE49-F238E27FC236}">
                  <a16:creationId xmlns:a16="http://schemas.microsoft.com/office/drawing/2014/main" id="{7A1C7C3E-F930-B997-777B-3306C2484ABA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INSTRUCTIE">
            <a:extLst>
              <a:ext uri="{FF2B5EF4-FFF2-40B4-BE49-F238E27FC236}">
                <a16:creationId xmlns:a16="http://schemas.microsoft.com/office/drawing/2014/main" id="{31DA6A40-3DF9-619C-A019-D83E47B7820E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42EE3B9A-ADA7-A19D-77A9-2C38091B4AA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9FD66409-6103-5FE7-8B21-4BF423EA3BE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6B78FD0-9FFE-9DFC-0E03-904EC14C185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BC99B0FF-682C-31F1-361E-BB7C0C9EA872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EECDD7A-82D1-8ED3-648C-8FFDA10C15BB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E170758D-A607-EEAB-3CEF-B2C1B528F15A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BC5B4CB7-683C-70E5-FFE8-E88B70EC228C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38CB6C2-4B66-3A63-A2DF-18ED47F9466F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FF5538AA-7776-7394-DE3C-2EAF03D262DC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8A6860BF-D996-7786-6970-B8AECCAE195A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6BF71E3E-37A5-B6A5-EF04-F133E13E0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6F3E611E-E10A-0506-9459-9B9B0229211A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E8060BAE-7DA7-9C9D-7BE0-E48FA557BF78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Gelijkbenige driehoek 64">
                <a:extLst>
                  <a:ext uri="{FF2B5EF4-FFF2-40B4-BE49-F238E27FC236}">
                    <a16:creationId xmlns:a16="http://schemas.microsoft.com/office/drawing/2014/main" id="{B3D776F0-2C7C-0E5F-F6A4-C1657B5F95E0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6" name="Groep 65">
                <a:extLst>
                  <a:ext uri="{FF2B5EF4-FFF2-40B4-BE49-F238E27FC236}">
                    <a16:creationId xmlns:a16="http://schemas.microsoft.com/office/drawing/2014/main" id="{70ABC140-0BDF-0421-A7F4-522238BD3DB6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21318A30-8A86-495F-3C31-847E9C217D6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71">
                  <a:extLst>
                    <a:ext uri="{FF2B5EF4-FFF2-40B4-BE49-F238E27FC236}">
                      <a16:creationId xmlns:a16="http://schemas.microsoft.com/office/drawing/2014/main" id="{69CCE3DD-5385-A421-8D09-3980645964A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EF413941-8C3F-B50E-B06B-B6CADB74A03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7" name="Groep 66">
                <a:extLst>
                  <a:ext uri="{FF2B5EF4-FFF2-40B4-BE49-F238E27FC236}">
                    <a16:creationId xmlns:a16="http://schemas.microsoft.com/office/drawing/2014/main" id="{5307A16C-0B31-0722-1780-ADC311D7049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68" name="Rechthoek 67">
                  <a:extLst>
                    <a:ext uri="{FF2B5EF4-FFF2-40B4-BE49-F238E27FC236}">
                      <a16:creationId xmlns:a16="http://schemas.microsoft.com/office/drawing/2014/main" id="{BA8BB281-E375-FD26-768D-50305E43E01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68">
                  <a:extLst>
                    <a:ext uri="{FF2B5EF4-FFF2-40B4-BE49-F238E27FC236}">
                      <a16:creationId xmlns:a16="http://schemas.microsoft.com/office/drawing/2014/main" id="{3C7E1DFE-DBC9-3848-2B5F-538C5185F52F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hthoek 69">
                  <a:extLst>
                    <a:ext uri="{FF2B5EF4-FFF2-40B4-BE49-F238E27FC236}">
                      <a16:creationId xmlns:a16="http://schemas.microsoft.com/office/drawing/2014/main" id="{592EF684-DEDF-DF38-313E-60D0D955330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C827891B-E84B-0431-F307-42440944E2A7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4" name="Groep 53">
                <a:extLst>
                  <a:ext uri="{FF2B5EF4-FFF2-40B4-BE49-F238E27FC236}">
                    <a16:creationId xmlns:a16="http://schemas.microsoft.com/office/drawing/2014/main" id="{A1E807E0-69FD-7FE1-18F9-CDB7B6D04DE0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6" name="Vrije vorm: vorm 55">
                  <a:extLst>
                    <a:ext uri="{FF2B5EF4-FFF2-40B4-BE49-F238E27FC236}">
                      <a16:creationId xmlns:a16="http://schemas.microsoft.com/office/drawing/2014/main" id="{5044ED06-7D79-7108-012A-6F38A85D94BC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7" name="Groep 56">
                  <a:extLst>
                    <a:ext uri="{FF2B5EF4-FFF2-40B4-BE49-F238E27FC236}">
                      <a16:creationId xmlns:a16="http://schemas.microsoft.com/office/drawing/2014/main" id="{C8006BA3-976C-4124-5489-2F5B186967D9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8" name="Vrije vorm: vorm 57">
                    <a:extLst>
                      <a:ext uri="{FF2B5EF4-FFF2-40B4-BE49-F238E27FC236}">
                        <a16:creationId xmlns:a16="http://schemas.microsoft.com/office/drawing/2014/main" id="{3CEFB6CA-05A6-7C7D-B972-BAEFB091D798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9" name="Vrije vorm: vorm 58">
                    <a:extLst>
                      <a:ext uri="{FF2B5EF4-FFF2-40B4-BE49-F238E27FC236}">
                        <a16:creationId xmlns:a16="http://schemas.microsoft.com/office/drawing/2014/main" id="{BC93D187-ADED-5683-F696-00D703C81448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5" name="Tekstvak 54">
                <a:extLst>
                  <a:ext uri="{FF2B5EF4-FFF2-40B4-BE49-F238E27FC236}">
                    <a16:creationId xmlns:a16="http://schemas.microsoft.com/office/drawing/2014/main" id="{DF9A9E2F-7972-1179-E6BB-1A3BA67A592D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12662A30-0ECE-4C0C-CA6A-70FC2133AE6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EB73E88-6887-BFD5-FAEE-EC9A01CB05A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D6026C41-10E6-EAEC-2C2D-4FB0406FF02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79108316-A38D-BC01-8EC6-DE61FCFDDCF5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69B8A358-89BA-704C-B7EB-25D6D6D486B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73831816-E474-36AD-8552-50E29F3EF0DC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8" name="Groep 47">
                    <a:extLst>
                      <a:ext uri="{FF2B5EF4-FFF2-40B4-BE49-F238E27FC236}">
                        <a16:creationId xmlns:a16="http://schemas.microsoft.com/office/drawing/2014/main" id="{209378E1-5D22-A3D6-42AE-9FFB5AD0E27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51C644D9-72E1-619D-4496-116E56A027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Rechthoek 51">
                      <a:extLst>
                        <a:ext uri="{FF2B5EF4-FFF2-40B4-BE49-F238E27FC236}">
                          <a16:creationId xmlns:a16="http://schemas.microsoft.com/office/drawing/2014/main" id="{81081E63-1130-92E9-C7CE-E5136B6FC05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3" name="Ovaal 52">
                      <a:extLst>
                        <a:ext uri="{FF2B5EF4-FFF2-40B4-BE49-F238E27FC236}">
                          <a16:creationId xmlns:a16="http://schemas.microsoft.com/office/drawing/2014/main" id="{F5EE453B-2436-CAA8-536B-E3351522561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EC461055-D479-4E0E-05F2-384160FEB40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0" name="Afbeelding 49">
                    <a:extLst>
                      <a:ext uri="{FF2B5EF4-FFF2-40B4-BE49-F238E27FC236}">
                        <a16:creationId xmlns:a16="http://schemas.microsoft.com/office/drawing/2014/main" id="{F4573353-7257-D0B9-9AA5-85CD7CDB07C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DE105ECF-3F26-66EF-B02A-AD29539D6F6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09F6F300-0C77-F980-1757-3F78B0E440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B905C3BD-6B12-F0A0-9CF6-ABDBCF6DB24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30204787-6AA2-4720-D53B-DC8A4751A94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226A7C71-3527-AD84-06B6-B0601F3FEEB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87D7869F-B119-F706-D58C-AAB5252D005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600F66DA-4CFB-7248-B82A-971815ED1E0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40" name="Gelijkbenige driehoek 39">
                <a:extLst>
                  <a:ext uri="{FF2B5EF4-FFF2-40B4-BE49-F238E27FC236}">
                    <a16:creationId xmlns:a16="http://schemas.microsoft.com/office/drawing/2014/main" id="{D95E5DA9-6F17-FA30-5788-54D7D49D225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1E2FBECE-58C5-F4E6-2047-EA9FF4D1A183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9" name="ICOON_info">
              <a:extLst>
                <a:ext uri="{FF2B5EF4-FFF2-40B4-BE49-F238E27FC236}">
                  <a16:creationId xmlns:a16="http://schemas.microsoft.com/office/drawing/2014/main" id="{8631C20F-B26E-9EA0-0F20-CA81500CD083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782315D7-3BF9-2B8B-386C-9AC4357665F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Graphic 163" descr="Informatie">
                <a:extLst>
                  <a:ext uri="{FF2B5EF4-FFF2-40B4-BE49-F238E27FC236}">
                    <a16:creationId xmlns:a16="http://schemas.microsoft.com/office/drawing/2014/main" id="{536A2E9C-50DF-FA52-15A8-6CC99B7AFFE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Groep 29">
              <a:extLst>
                <a:ext uri="{FF2B5EF4-FFF2-40B4-BE49-F238E27FC236}">
                  <a16:creationId xmlns:a16="http://schemas.microsoft.com/office/drawing/2014/main" id="{7BC633E1-E018-AD2E-4F3A-1087BEBE139C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31" name="Inspireren">
                <a:extLst>
                  <a:ext uri="{FF2B5EF4-FFF2-40B4-BE49-F238E27FC236}">
                    <a16:creationId xmlns:a16="http://schemas.microsoft.com/office/drawing/2014/main" id="{B085D685-7439-D077-09F1-A12711B2867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1283861F-9D82-3A3B-3B3A-29CB75CACC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475CE552-EC16-DAB1-0561-E7AD948CA5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5" name="Freeform 14">
                  <a:extLst>
                    <a:ext uri="{FF2B5EF4-FFF2-40B4-BE49-F238E27FC236}">
                      <a16:creationId xmlns:a16="http://schemas.microsoft.com/office/drawing/2014/main" id="{431CB002-1896-8B11-12EF-9E4A8DB516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2" name="Tekstvak 31">
                <a:extLst>
                  <a:ext uri="{FF2B5EF4-FFF2-40B4-BE49-F238E27FC236}">
                    <a16:creationId xmlns:a16="http://schemas.microsoft.com/office/drawing/2014/main" id="{60E7530B-5229-A843-1B41-0864AFCA29D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64AEAB11-F61C-C615-4B0E-740A881E923C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874713" y="1089024"/>
            <a:ext cx="2418993" cy="779609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293661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wave) magen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5BC1CA0-BD6C-F377-1D8E-B6628306CE13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DD96DB04-371D-3562-6E07-3B41E5FAB01F}"/>
              </a:ext>
            </a:extLst>
          </p:cNvPr>
          <p:cNvSpPr/>
          <p:nvPr/>
        </p:nvSpPr>
        <p:spPr>
          <a:xfrm>
            <a:off x="1650" y="1262779"/>
            <a:ext cx="12192000" cy="5327911"/>
          </a:xfrm>
          <a:custGeom>
            <a:avLst/>
            <a:gdLst>
              <a:gd name="connsiteX0" fmla="*/ 0 w 12192000"/>
              <a:gd name="connsiteY0" fmla="*/ 445499 h 5327911"/>
              <a:gd name="connsiteX1" fmla="*/ 531749 w 12192000"/>
              <a:gd name="connsiteY1" fmla="*/ 1108566 h 5327911"/>
              <a:gd name="connsiteX2" fmla="*/ 1733741 w 12192000"/>
              <a:gd name="connsiteY2" fmla="*/ 3813793 h 5327911"/>
              <a:gd name="connsiteX3" fmla="*/ 4121214 w 12192000"/>
              <a:gd name="connsiteY3" fmla="*/ 5201141 h 5327911"/>
              <a:gd name="connsiteX4" fmla="*/ 5655501 w 12192000"/>
              <a:gd name="connsiteY4" fmla="*/ 3781344 h 5327911"/>
              <a:gd name="connsiteX5" fmla="*/ 7429437 w 12192000"/>
              <a:gd name="connsiteY5" fmla="*/ 544178 h 5327911"/>
              <a:gd name="connsiteX6" fmla="*/ 8621395 w 12192000"/>
              <a:gd name="connsiteY6" fmla="*/ 15159 h 5327911"/>
              <a:gd name="connsiteX7" fmla="*/ 9527350 w 12192000"/>
              <a:gd name="connsiteY7" fmla="*/ 1041002 h 5327911"/>
              <a:gd name="connsiteX8" fmla="*/ 9739567 w 12192000"/>
              <a:gd name="connsiteY8" fmla="*/ 3507406 h 5327911"/>
              <a:gd name="connsiteX9" fmla="*/ 11167046 w 12192000"/>
              <a:gd name="connsiteY9" fmla="*/ 5317663 h 5327911"/>
              <a:gd name="connsiteX10" fmla="*/ 12192000 w 12192000"/>
              <a:gd name="connsiteY10" fmla="*/ 5054456 h 532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5327911">
                <a:moveTo>
                  <a:pt x="0" y="445499"/>
                </a:moveTo>
                <a:cubicBezTo>
                  <a:pt x="207582" y="642539"/>
                  <a:pt x="388747" y="869933"/>
                  <a:pt x="531749" y="1108566"/>
                </a:cubicBezTo>
                <a:cubicBezTo>
                  <a:pt x="1039622" y="1956037"/>
                  <a:pt x="1247521" y="2953812"/>
                  <a:pt x="1733741" y="3813793"/>
                </a:cubicBezTo>
                <a:cubicBezTo>
                  <a:pt x="2220024" y="4673774"/>
                  <a:pt x="3158744" y="5424280"/>
                  <a:pt x="4121214" y="5201141"/>
                </a:cubicBezTo>
                <a:cubicBezTo>
                  <a:pt x="4821365" y="5038772"/>
                  <a:pt x="5232781" y="4362624"/>
                  <a:pt x="5655501" y="3781344"/>
                </a:cubicBezTo>
                <a:cubicBezTo>
                  <a:pt x="6279642" y="2923015"/>
                  <a:pt x="6578537" y="1440671"/>
                  <a:pt x="7429437" y="544178"/>
                </a:cubicBezTo>
                <a:cubicBezTo>
                  <a:pt x="7741856" y="214994"/>
                  <a:pt x="8175625" y="-69740"/>
                  <a:pt x="8621395" y="15159"/>
                </a:cubicBezTo>
                <a:cubicBezTo>
                  <a:pt x="9093835" y="105139"/>
                  <a:pt x="9397682" y="577833"/>
                  <a:pt x="9527350" y="1041002"/>
                </a:cubicBezTo>
                <a:cubicBezTo>
                  <a:pt x="9750298" y="1837355"/>
                  <a:pt x="9625203" y="2688319"/>
                  <a:pt x="9739567" y="3507406"/>
                </a:cubicBezTo>
                <a:cubicBezTo>
                  <a:pt x="9853867" y="4326429"/>
                  <a:pt x="10346754" y="5212888"/>
                  <a:pt x="11167046" y="5317663"/>
                </a:cubicBezTo>
                <a:cubicBezTo>
                  <a:pt x="11531664" y="5364209"/>
                  <a:pt x="11876342" y="5248004"/>
                  <a:pt x="12192000" y="5054456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C126A38-773C-BD73-BCB6-4474F21BC295}"/>
              </a:ext>
            </a:extLst>
          </p:cNvPr>
          <p:cNvSpPr/>
          <p:nvPr/>
        </p:nvSpPr>
        <p:spPr>
          <a:xfrm>
            <a:off x="1650" y="1323804"/>
            <a:ext cx="12192000" cy="5128853"/>
          </a:xfrm>
          <a:custGeom>
            <a:avLst/>
            <a:gdLst>
              <a:gd name="connsiteX0" fmla="*/ 0 w 12192000"/>
              <a:gd name="connsiteY0" fmla="*/ 290493 h 5128853"/>
              <a:gd name="connsiteX1" fmla="*/ 662178 w 12192000"/>
              <a:gd name="connsiteY1" fmla="*/ 1064813 h 5128853"/>
              <a:gd name="connsiteX2" fmla="*/ 1847088 w 12192000"/>
              <a:gd name="connsiteY2" fmla="*/ 3715811 h 5128853"/>
              <a:gd name="connsiteX3" fmla="*/ 4188143 w 12192000"/>
              <a:gd name="connsiteY3" fmla="*/ 5081378 h 5128853"/>
              <a:gd name="connsiteX4" fmla="*/ 5693601 w 12192000"/>
              <a:gd name="connsiteY4" fmla="*/ 3706603 h 5128853"/>
              <a:gd name="connsiteX5" fmla="*/ 6988048 w 12192000"/>
              <a:gd name="connsiteY5" fmla="*/ 1216387 h 5128853"/>
              <a:gd name="connsiteX6" fmla="*/ 7483983 w 12192000"/>
              <a:gd name="connsiteY6" fmla="*/ 550589 h 5128853"/>
              <a:gd name="connsiteX7" fmla="*/ 8660575 w 12192000"/>
              <a:gd name="connsiteY7" fmla="*/ 12173 h 5128853"/>
              <a:gd name="connsiteX8" fmla="*/ 9558909 w 12192000"/>
              <a:gd name="connsiteY8" fmla="*/ 991787 h 5128853"/>
              <a:gd name="connsiteX9" fmla="*/ 9799256 w 12192000"/>
              <a:gd name="connsiteY9" fmla="*/ 3368212 h 5128853"/>
              <a:gd name="connsiteX10" fmla="*/ 9972230 w 12192000"/>
              <a:gd name="connsiteY10" fmla="*/ 3988606 h 5128853"/>
              <a:gd name="connsiteX11" fmla="*/ 11232197 w 12192000"/>
              <a:gd name="connsiteY11" fmla="*/ 5119161 h 5128853"/>
              <a:gd name="connsiteX12" fmla="*/ 12192000 w 12192000"/>
              <a:gd name="connsiteY12" fmla="*/ 4896339 h 5128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5128853">
                <a:moveTo>
                  <a:pt x="0" y="290493"/>
                </a:moveTo>
                <a:cubicBezTo>
                  <a:pt x="261747" y="510648"/>
                  <a:pt x="489077" y="778999"/>
                  <a:pt x="662178" y="1064813"/>
                </a:cubicBezTo>
                <a:cubicBezTo>
                  <a:pt x="1164273" y="1894123"/>
                  <a:pt x="1368616" y="2872975"/>
                  <a:pt x="1847088" y="3715811"/>
                </a:cubicBezTo>
                <a:cubicBezTo>
                  <a:pt x="2325624" y="4558646"/>
                  <a:pt x="3245358" y="5294611"/>
                  <a:pt x="4188143" y="5081378"/>
                </a:cubicBezTo>
                <a:cubicBezTo>
                  <a:pt x="4873943" y="4926184"/>
                  <a:pt x="5278247" y="4270039"/>
                  <a:pt x="5693601" y="3706603"/>
                </a:cubicBezTo>
                <a:cubicBezTo>
                  <a:pt x="6170676" y="3060681"/>
                  <a:pt x="6482969" y="2053571"/>
                  <a:pt x="6988048" y="1216387"/>
                </a:cubicBezTo>
                <a:cubicBezTo>
                  <a:pt x="7133718" y="975849"/>
                  <a:pt x="7295769" y="749344"/>
                  <a:pt x="7483983" y="550589"/>
                </a:cubicBezTo>
                <a:cubicBezTo>
                  <a:pt x="7794244" y="223056"/>
                  <a:pt x="8221281" y="-63202"/>
                  <a:pt x="8660575" y="12173"/>
                </a:cubicBezTo>
                <a:cubicBezTo>
                  <a:pt x="9125712" y="92691"/>
                  <a:pt x="9426956" y="546652"/>
                  <a:pt x="9558909" y="991787"/>
                </a:cubicBezTo>
                <a:cubicBezTo>
                  <a:pt x="9785858" y="1757089"/>
                  <a:pt x="9675178" y="2577065"/>
                  <a:pt x="9799256" y="3368212"/>
                </a:cubicBezTo>
                <a:cubicBezTo>
                  <a:pt x="9831832" y="3575285"/>
                  <a:pt x="9889807" y="3786994"/>
                  <a:pt x="9972230" y="3988606"/>
                </a:cubicBezTo>
                <a:cubicBezTo>
                  <a:pt x="10204323" y="4557249"/>
                  <a:pt x="10631170" y="5045056"/>
                  <a:pt x="11232197" y="5119161"/>
                </a:cubicBezTo>
                <a:cubicBezTo>
                  <a:pt x="11571605" y="5161007"/>
                  <a:pt x="11894058" y="5063789"/>
                  <a:pt x="12192000" y="4896339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D865152D-419E-EFC6-30FD-81F79C8F05C9}"/>
              </a:ext>
            </a:extLst>
          </p:cNvPr>
          <p:cNvSpPr/>
          <p:nvPr/>
        </p:nvSpPr>
        <p:spPr>
          <a:xfrm>
            <a:off x="1650" y="1384371"/>
            <a:ext cx="12192063" cy="4996718"/>
          </a:xfrm>
          <a:custGeom>
            <a:avLst/>
            <a:gdLst>
              <a:gd name="connsiteX0" fmla="*/ 0 w 12192063"/>
              <a:gd name="connsiteY0" fmla="*/ 149091 h 4996718"/>
              <a:gd name="connsiteX1" fmla="*/ 792544 w 12192063"/>
              <a:gd name="connsiteY1" fmla="*/ 1021454 h 4996718"/>
              <a:gd name="connsiteX2" fmla="*/ 1960309 w 12192063"/>
              <a:gd name="connsiteY2" fmla="*/ 3618223 h 4996718"/>
              <a:gd name="connsiteX3" fmla="*/ 4255008 w 12192063"/>
              <a:gd name="connsiteY3" fmla="*/ 4962011 h 4996718"/>
              <a:gd name="connsiteX4" fmla="*/ 5731637 w 12192063"/>
              <a:gd name="connsiteY4" fmla="*/ 3632194 h 4996718"/>
              <a:gd name="connsiteX5" fmla="*/ 7043230 w 12192063"/>
              <a:gd name="connsiteY5" fmla="*/ 1215193 h 4996718"/>
              <a:gd name="connsiteX6" fmla="*/ 7538593 w 12192063"/>
              <a:gd name="connsiteY6" fmla="*/ 557269 h 4996718"/>
              <a:gd name="connsiteX7" fmla="*/ 8699754 w 12192063"/>
              <a:gd name="connsiteY7" fmla="*/ 9455 h 4996718"/>
              <a:gd name="connsiteX8" fmla="*/ 9590532 w 12192063"/>
              <a:gd name="connsiteY8" fmla="*/ 942905 h 4996718"/>
              <a:gd name="connsiteX9" fmla="*/ 9859010 w 12192063"/>
              <a:gd name="connsiteY9" fmla="*/ 3229477 h 4996718"/>
              <a:gd name="connsiteX10" fmla="*/ 10038270 w 12192063"/>
              <a:gd name="connsiteY10" fmla="*/ 3828345 h 4996718"/>
              <a:gd name="connsiteX11" fmla="*/ 11297412 w 12192063"/>
              <a:gd name="connsiteY11" fmla="*/ 4920989 h 4996718"/>
              <a:gd name="connsiteX12" fmla="*/ 12192064 w 12192063"/>
              <a:gd name="connsiteY12" fmla="*/ 4734808 h 4996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63" h="4996718">
                <a:moveTo>
                  <a:pt x="0" y="149091"/>
                </a:moveTo>
                <a:cubicBezTo>
                  <a:pt x="316040" y="385184"/>
                  <a:pt x="590233" y="690746"/>
                  <a:pt x="792544" y="1021454"/>
                </a:cubicBezTo>
                <a:cubicBezTo>
                  <a:pt x="1288669" y="1832730"/>
                  <a:pt x="1489647" y="2792597"/>
                  <a:pt x="1960309" y="3618223"/>
                </a:cubicBezTo>
                <a:cubicBezTo>
                  <a:pt x="2431034" y="4443914"/>
                  <a:pt x="3331782" y="5165338"/>
                  <a:pt x="4255008" y="4962011"/>
                </a:cubicBezTo>
                <a:cubicBezTo>
                  <a:pt x="4926457" y="4813929"/>
                  <a:pt x="5323713" y="4177913"/>
                  <a:pt x="5731637" y="3632194"/>
                </a:cubicBezTo>
                <a:cubicBezTo>
                  <a:pt x="6200839" y="3007353"/>
                  <a:pt x="6536818" y="2036819"/>
                  <a:pt x="7043230" y="1215193"/>
                </a:cubicBezTo>
                <a:cubicBezTo>
                  <a:pt x="7189978" y="978846"/>
                  <a:pt x="7351776" y="754881"/>
                  <a:pt x="7538593" y="557269"/>
                </a:cubicBezTo>
                <a:cubicBezTo>
                  <a:pt x="7846695" y="231324"/>
                  <a:pt x="8267002" y="-56331"/>
                  <a:pt x="8699754" y="9455"/>
                </a:cubicBezTo>
                <a:cubicBezTo>
                  <a:pt x="9157526" y="80575"/>
                  <a:pt x="9456230" y="515740"/>
                  <a:pt x="9590532" y="942905"/>
                </a:cubicBezTo>
                <a:cubicBezTo>
                  <a:pt x="9821545" y="1677155"/>
                  <a:pt x="9725216" y="2466143"/>
                  <a:pt x="9859010" y="3229477"/>
                </a:cubicBezTo>
                <a:cubicBezTo>
                  <a:pt x="9894189" y="3429184"/>
                  <a:pt x="9954260" y="3633654"/>
                  <a:pt x="10038270" y="3828345"/>
                </a:cubicBezTo>
                <a:cubicBezTo>
                  <a:pt x="10274364" y="4377874"/>
                  <a:pt x="10700956" y="4850124"/>
                  <a:pt x="11297412" y="4920989"/>
                </a:cubicBezTo>
                <a:cubicBezTo>
                  <a:pt x="11612055" y="4958327"/>
                  <a:pt x="11912282" y="4878064"/>
                  <a:pt x="12192064" y="4734808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6D86A4C9-5FDA-6509-B4C4-A46431171CB8}"/>
              </a:ext>
            </a:extLst>
          </p:cNvPr>
          <p:cNvSpPr/>
          <p:nvPr/>
        </p:nvSpPr>
        <p:spPr>
          <a:xfrm>
            <a:off x="1650" y="1444596"/>
            <a:ext cx="12192127" cy="4875323"/>
          </a:xfrm>
          <a:custGeom>
            <a:avLst/>
            <a:gdLst>
              <a:gd name="connsiteX0" fmla="*/ 0 w 12192127"/>
              <a:gd name="connsiteY0" fmla="*/ 19460 h 4875323"/>
              <a:gd name="connsiteX1" fmla="*/ 922909 w 12192127"/>
              <a:gd name="connsiteY1" fmla="*/ 978565 h 4875323"/>
              <a:gd name="connsiteX2" fmla="*/ 2073593 w 12192127"/>
              <a:gd name="connsiteY2" fmla="*/ 3521041 h 4875323"/>
              <a:gd name="connsiteX3" fmla="*/ 4321874 w 12192127"/>
              <a:gd name="connsiteY3" fmla="*/ 4843111 h 4875323"/>
              <a:gd name="connsiteX4" fmla="*/ 5769674 w 12192127"/>
              <a:gd name="connsiteY4" fmla="*/ 3558252 h 4875323"/>
              <a:gd name="connsiteX5" fmla="*/ 7098348 w 12192127"/>
              <a:gd name="connsiteY5" fmla="*/ 1214530 h 4875323"/>
              <a:gd name="connsiteX6" fmla="*/ 7593076 w 12192127"/>
              <a:gd name="connsiteY6" fmla="*/ 564481 h 4875323"/>
              <a:gd name="connsiteX7" fmla="*/ 8738806 w 12192127"/>
              <a:gd name="connsiteY7" fmla="*/ 7268 h 4875323"/>
              <a:gd name="connsiteX8" fmla="*/ 9622028 w 12192127"/>
              <a:gd name="connsiteY8" fmla="*/ 894490 h 4875323"/>
              <a:gd name="connsiteX9" fmla="*/ 9918700 w 12192127"/>
              <a:gd name="connsiteY9" fmla="*/ 3091083 h 4875323"/>
              <a:gd name="connsiteX10" fmla="*/ 10104247 w 12192127"/>
              <a:gd name="connsiteY10" fmla="*/ 3668488 h 4875323"/>
              <a:gd name="connsiteX11" fmla="*/ 11362563 w 12192127"/>
              <a:gd name="connsiteY11" fmla="*/ 4723223 h 4875323"/>
              <a:gd name="connsiteX12" fmla="*/ 12192127 w 12192127"/>
              <a:gd name="connsiteY12" fmla="*/ 4569934 h 487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127" h="4875323">
                <a:moveTo>
                  <a:pt x="0" y="19460"/>
                </a:moveTo>
                <a:cubicBezTo>
                  <a:pt x="370205" y="265205"/>
                  <a:pt x="692023" y="604740"/>
                  <a:pt x="922909" y="978565"/>
                </a:cubicBezTo>
                <a:cubicBezTo>
                  <a:pt x="1412875" y="1771934"/>
                  <a:pt x="1610678" y="2712623"/>
                  <a:pt x="2073593" y="3521041"/>
                </a:cubicBezTo>
                <a:cubicBezTo>
                  <a:pt x="2536571" y="4329523"/>
                  <a:pt x="3418269" y="5036469"/>
                  <a:pt x="4321874" y="4843111"/>
                </a:cubicBezTo>
                <a:cubicBezTo>
                  <a:pt x="4979035" y="4702205"/>
                  <a:pt x="5369116" y="4086191"/>
                  <a:pt x="5769674" y="3558252"/>
                </a:cubicBezTo>
                <a:cubicBezTo>
                  <a:pt x="6231001" y="2954431"/>
                  <a:pt x="6588633" y="2019266"/>
                  <a:pt x="7098348" y="1214530"/>
                </a:cubicBezTo>
                <a:cubicBezTo>
                  <a:pt x="7245668" y="981993"/>
                  <a:pt x="7407719" y="760950"/>
                  <a:pt x="7593076" y="564481"/>
                </a:cubicBezTo>
                <a:cubicBezTo>
                  <a:pt x="7899019" y="240123"/>
                  <a:pt x="8312722" y="-50009"/>
                  <a:pt x="8738806" y="7268"/>
                </a:cubicBezTo>
                <a:cubicBezTo>
                  <a:pt x="9189403" y="67784"/>
                  <a:pt x="9485376" y="485360"/>
                  <a:pt x="9622028" y="894490"/>
                </a:cubicBezTo>
                <a:cubicBezTo>
                  <a:pt x="9857105" y="1597690"/>
                  <a:pt x="9775063" y="2355689"/>
                  <a:pt x="9918700" y="3091083"/>
                </a:cubicBezTo>
                <a:cubicBezTo>
                  <a:pt x="9956546" y="3283488"/>
                  <a:pt x="10018649" y="3480592"/>
                  <a:pt x="10104247" y="3668488"/>
                </a:cubicBezTo>
                <a:cubicBezTo>
                  <a:pt x="10344277" y="4198904"/>
                  <a:pt x="10770616" y="4655596"/>
                  <a:pt x="11362563" y="4723223"/>
                </a:cubicBezTo>
                <a:cubicBezTo>
                  <a:pt x="11652758" y="4756307"/>
                  <a:pt x="11930825" y="4691029"/>
                  <a:pt x="12192127" y="4569934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99E3F6C3-EA7C-FC61-8432-AFC0C86AE8CF}"/>
              </a:ext>
            </a:extLst>
          </p:cNvPr>
          <p:cNvSpPr/>
          <p:nvPr/>
        </p:nvSpPr>
        <p:spPr>
          <a:xfrm>
            <a:off x="1650" y="1404494"/>
            <a:ext cx="12192063" cy="4854192"/>
          </a:xfrm>
          <a:custGeom>
            <a:avLst/>
            <a:gdLst>
              <a:gd name="connsiteX0" fmla="*/ 0 w 12192063"/>
              <a:gd name="connsiteY0" fmla="*/ 0 h 4854192"/>
              <a:gd name="connsiteX1" fmla="*/ 1053275 w 12192063"/>
              <a:gd name="connsiteY1" fmla="*/ 1035876 h 4854192"/>
              <a:gd name="connsiteX2" fmla="*/ 2186813 w 12192063"/>
              <a:gd name="connsiteY2" fmla="*/ 3524123 h 4854192"/>
              <a:gd name="connsiteX3" fmla="*/ 4388739 w 12192063"/>
              <a:gd name="connsiteY3" fmla="*/ 4824413 h 4854192"/>
              <a:gd name="connsiteX4" fmla="*/ 5807710 w 12192063"/>
              <a:gd name="connsiteY4" fmla="*/ 3584575 h 4854192"/>
              <a:gd name="connsiteX5" fmla="*/ 7153530 w 12192063"/>
              <a:gd name="connsiteY5" fmla="*/ 1314133 h 4854192"/>
              <a:gd name="connsiteX6" fmla="*/ 7647623 w 12192063"/>
              <a:gd name="connsiteY6" fmla="*/ 671957 h 4854192"/>
              <a:gd name="connsiteX7" fmla="*/ 8777986 w 12192063"/>
              <a:gd name="connsiteY7" fmla="*/ 105283 h 4854192"/>
              <a:gd name="connsiteX8" fmla="*/ 9653651 w 12192063"/>
              <a:gd name="connsiteY8" fmla="*/ 946277 h 4854192"/>
              <a:gd name="connsiteX9" fmla="*/ 9978454 w 12192063"/>
              <a:gd name="connsiteY9" fmla="*/ 3053016 h 4854192"/>
              <a:gd name="connsiteX10" fmla="*/ 10170287 w 12192063"/>
              <a:gd name="connsiteY10" fmla="*/ 3608959 h 4854192"/>
              <a:gd name="connsiteX11" fmla="*/ 11427714 w 12192063"/>
              <a:gd name="connsiteY11" fmla="*/ 4625848 h 4854192"/>
              <a:gd name="connsiteX12" fmla="*/ 12192064 w 12192063"/>
              <a:gd name="connsiteY12" fmla="*/ 4502023 h 485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63" h="4854192">
                <a:moveTo>
                  <a:pt x="0" y="0"/>
                </a:moveTo>
                <a:cubicBezTo>
                  <a:pt x="424180" y="249936"/>
                  <a:pt x="794322" y="620586"/>
                  <a:pt x="1053275" y="1035876"/>
                </a:cubicBezTo>
                <a:cubicBezTo>
                  <a:pt x="1536891" y="1811401"/>
                  <a:pt x="1731709" y="2732913"/>
                  <a:pt x="2186813" y="3524123"/>
                </a:cubicBezTo>
                <a:cubicBezTo>
                  <a:pt x="2642045" y="4315460"/>
                  <a:pt x="3504692" y="5007864"/>
                  <a:pt x="4388739" y="4824413"/>
                </a:cubicBezTo>
                <a:cubicBezTo>
                  <a:pt x="5031550" y="4690618"/>
                  <a:pt x="5413375" y="4093782"/>
                  <a:pt x="5807710" y="3584575"/>
                </a:cubicBezTo>
                <a:cubicBezTo>
                  <a:pt x="6259830" y="3000756"/>
                  <a:pt x="6641846" y="2102803"/>
                  <a:pt x="7153530" y="1314133"/>
                </a:cubicBezTo>
                <a:cubicBezTo>
                  <a:pt x="7301738" y="1085660"/>
                  <a:pt x="7463727" y="867283"/>
                  <a:pt x="7647623" y="671957"/>
                </a:cubicBezTo>
                <a:cubicBezTo>
                  <a:pt x="7951406" y="349250"/>
                  <a:pt x="8358378" y="57277"/>
                  <a:pt x="8777986" y="105283"/>
                </a:cubicBezTo>
                <a:cubicBezTo>
                  <a:pt x="9221280" y="156020"/>
                  <a:pt x="9514713" y="555244"/>
                  <a:pt x="9653651" y="946277"/>
                </a:cubicBezTo>
                <a:cubicBezTo>
                  <a:pt x="9892792" y="1618424"/>
                  <a:pt x="9825101" y="2345436"/>
                  <a:pt x="9978454" y="3053016"/>
                </a:cubicBezTo>
                <a:cubicBezTo>
                  <a:pt x="10018903" y="3238056"/>
                  <a:pt x="10083165" y="3427921"/>
                  <a:pt x="10170287" y="3608959"/>
                </a:cubicBezTo>
                <a:cubicBezTo>
                  <a:pt x="10414318" y="4120261"/>
                  <a:pt x="10840403" y="4561396"/>
                  <a:pt x="11427714" y="4625848"/>
                </a:cubicBezTo>
                <a:cubicBezTo>
                  <a:pt x="11693716" y="4654931"/>
                  <a:pt x="11949747" y="4602734"/>
                  <a:pt x="12192064" y="450202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1372BE1B-03E5-949A-6528-FCA2953CD089}"/>
              </a:ext>
            </a:extLst>
          </p:cNvPr>
          <p:cNvSpPr/>
          <p:nvPr/>
        </p:nvSpPr>
        <p:spPr>
          <a:xfrm>
            <a:off x="1650" y="1353566"/>
            <a:ext cx="12192000" cy="4843989"/>
          </a:xfrm>
          <a:custGeom>
            <a:avLst/>
            <a:gdLst>
              <a:gd name="connsiteX0" fmla="*/ 0 w 12192000"/>
              <a:gd name="connsiteY0" fmla="*/ 0 h 4843989"/>
              <a:gd name="connsiteX1" fmla="*/ 1183640 w 12192000"/>
              <a:gd name="connsiteY1" fmla="*/ 1104075 h 4843989"/>
              <a:gd name="connsiteX2" fmla="*/ 2300097 w 12192000"/>
              <a:gd name="connsiteY2" fmla="*/ 3538093 h 4843989"/>
              <a:gd name="connsiteX3" fmla="*/ 4455605 w 12192000"/>
              <a:gd name="connsiteY3" fmla="*/ 4816602 h 4843989"/>
              <a:gd name="connsiteX4" fmla="*/ 5845747 w 12192000"/>
              <a:gd name="connsiteY4" fmla="*/ 3621723 h 4843989"/>
              <a:gd name="connsiteX5" fmla="*/ 7208647 w 12192000"/>
              <a:gd name="connsiteY5" fmla="*/ 1424496 h 4843989"/>
              <a:gd name="connsiteX6" fmla="*/ 7702169 w 12192000"/>
              <a:gd name="connsiteY6" fmla="*/ 790194 h 4843989"/>
              <a:gd name="connsiteX7" fmla="*/ 8817102 w 12192000"/>
              <a:gd name="connsiteY7" fmla="*/ 214122 h 4843989"/>
              <a:gd name="connsiteX8" fmla="*/ 9685147 w 12192000"/>
              <a:gd name="connsiteY8" fmla="*/ 1008952 h 4843989"/>
              <a:gd name="connsiteX9" fmla="*/ 10038080 w 12192000"/>
              <a:gd name="connsiteY9" fmla="*/ 3025712 h 4843989"/>
              <a:gd name="connsiteX10" fmla="*/ 10236200 w 12192000"/>
              <a:gd name="connsiteY10" fmla="*/ 3560128 h 4843989"/>
              <a:gd name="connsiteX11" fmla="*/ 11492802 w 12192000"/>
              <a:gd name="connsiteY11" fmla="*/ 4539107 h 4843989"/>
              <a:gd name="connsiteX12" fmla="*/ 12192000 w 12192000"/>
              <a:gd name="connsiteY12" fmla="*/ 4441254 h 4843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843989">
                <a:moveTo>
                  <a:pt x="0" y="0"/>
                </a:moveTo>
                <a:cubicBezTo>
                  <a:pt x="477711" y="249301"/>
                  <a:pt x="896937" y="648525"/>
                  <a:pt x="1183640" y="1104075"/>
                </a:cubicBezTo>
                <a:cubicBezTo>
                  <a:pt x="1660652" y="1861947"/>
                  <a:pt x="1852740" y="2764028"/>
                  <a:pt x="2300097" y="3538093"/>
                </a:cubicBezTo>
                <a:cubicBezTo>
                  <a:pt x="2747582" y="4312222"/>
                  <a:pt x="3591179" y="4990148"/>
                  <a:pt x="4455605" y="4816602"/>
                </a:cubicBezTo>
                <a:cubicBezTo>
                  <a:pt x="5084064" y="4689983"/>
                  <a:pt x="5458524" y="4112895"/>
                  <a:pt x="5845747" y="3621723"/>
                </a:cubicBezTo>
                <a:cubicBezTo>
                  <a:pt x="6289675" y="3058668"/>
                  <a:pt x="6695123" y="2197164"/>
                  <a:pt x="7208647" y="1424496"/>
                </a:cubicBezTo>
                <a:cubicBezTo>
                  <a:pt x="7357809" y="1200087"/>
                  <a:pt x="7519734" y="984377"/>
                  <a:pt x="7702169" y="790194"/>
                </a:cubicBezTo>
                <a:cubicBezTo>
                  <a:pt x="8003794" y="469075"/>
                  <a:pt x="8404034" y="175387"/>
                  <a:pt x="8817102" y="214122"/>
                </a:cubicBezTo>
                <a:cubicBezTo>
                  <a:pt x="9253030" y="255016"/>
                  <a:pt x="9543923" y="635889"/>
                  <a:pt x="9685147" y="1008952"/>
                </a:cubicBezTo>
                <a:cubicBezTo>
                  <a:pt x="9928352" y="1650048"/>
                  <a:pt x="9875012" y="2346071"/>
                  <a:pt x="10038080" y="3025712"/>
                </a:cubicBezTo>
                <a:cubicBezTo>
                  <a:pt x="10081196" y="3203385"/>
                  <a:pt x="10147871" y="3385756"/>
                  <a:pt x="10236200" y="3560128"/>
                </a:cubicBezTo>
                <a:cubicBezTo>
                  <a:pt x="10485247" y="4051808"/>
                  <a:pt x="10909998" y="4477957"/>
                  <a:pt x="11492802" y="4539107"/>
                </a:cubicBezTo>
                <a:cubicBezTo>
                  <a:pt x="11734927" y="4564444"/>
                  <a:pt x="11968925" y="4523613"/>
                  <a:pt x="12192000" y="4441254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0DB6CB26-3311-A83F-9C91-707B3F651AD7}"/>
              </a:ext>
            </a:extLst>
          </p:cNvPr>
          <p:cNvSpPr/>
          <p:nvPr/>
        </p:nvSpPr>
        <p:spPr>
          <a:xfrm>
            <a:off x="1650" y="1310323"/>
            <a:ext cx="12192063" cy="4826089"/>
          </a:xfrm>
          <a:custGeom>
            <a:avLst/>
            <a:gdLst>
              <a:gd name="connsiteX0" fmla="*/ 0 w 12192063"/>
              <a:gd name="connsiteY0" fmla="*/ 0 h 4826089"/>
              <a:gd name="connsiteX1" fmla="*/ 1314006 w 12192063"/>
              <a:gd name="connsiteY1" fmla="*/ 1164590 h 4826089"/>
              <a:gd name="connsiteX2" fmla="*/ 2413318 w 12192063"/>
              <a:gd name="connsiteY2" fmla="*/ 3544316 h 4826089"/>
              <a:gd name="connsiteX3" fmla="*/ 4522470 w 12192063"/>
              <a:gd name="connsiteY3" fmla="*/ 4801045 h 4826089"/>
              <a:gd name="connsiteX4" fmla="*/ 5883720 w 12192063"/>
              <a:gd name="connsiteY4" fmla="*/ 3651123 h 4826089"/>
              <a:gd name="connsiteX5" fmla="*/ 7263765 w 12192063"/>
              <a:gd name="connsiteY5" fmla="*/ 1527175 h 4826089"/>
              <a:gd name="connsiteX6" fmla="*/ 7756652 w 12192063"/>
              <a:gd name="connsiteY6" fmla="*/ 900811 h 4826089"/>
              <a:gd name="connsiteX7" fmla="*/ 8856218 w 12192063"/>
              <a:gd name="connsiteY7" fmla="*/ 315341 h 4826089"/>
              <a:gd name="connsiteX8" fmla="*/ 9716706 w 12192063"/>
              <a:gd name="connsiteY8" fmla="*/ 1063943 h 4826089"/>
              <a:gd name="connsiteX9" fmla="*/ 10097833 w 12192063"/>
              <a:gd name="connsiteY9" fmla="*/ 2990787 h 4826089"/>
              <a:gd name="connsiteX10" fmla="*/ 10302240 w 12192063"/>
              <a:gd name="connsiteY10" fmla="*/ 3503740 h 4826089"/>
              <a:gd name="connsiteX11" fmla="*/ 11558016 w 12192063"/>
              <a:gd name="connsiteY11" fmla="*/ 4444873 h 4826089"/>
              <a:gd name="connsiteX12" fmla="*/ 12192064 w 12192063"/>
              <a:gd name="connsiteY12" fmla="*/ 4369753 h 482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63" h="4826089">
                <a:moveTo>
                  <a:pt x="0" y="0"/>
                </a:moveTo>
                <a:cubicBezTo>
                  <a:pt x="530733" y="244412"/>
                  <a:pt x="999744" y="669925"/>
                  <a:pt x="1314006" y="1164590"/>
                </a:cubicBezTo>
                <a:cubicBezTo>
                  <a:pt x="1784223" y="1904810"/>
                  <a:pt x="1973771" y="2787523"/>
                  <a:pt x="2413318" y="3544316"/>
                </a:cubicBezTo>
                <a:cubicBezTo>
                  <a:pt x="2853055" y="4301300"/>
                  <a:pt x="3677666" y="4964684"/>
                  <a:pt x="4522470" y="4801045"/>
                </a:cubicBezTo>
                <a:cubicBezTo>
                  <a:pt x="5136642" y="4681538"/>
                  <a:pt x="5503672" y="4124262"/>
                  <a:pt x="5883720" y="3651123"/>
                </a:cubicBezTo>
                <a:cubicBezTo>
                  <a:pt x="6319457" y="3108833"/>
                  <a:pt x="6748336" y="2283778"/>
                  <a:pt x="7263765" y="1527175"/>
                </a:cubicBezTo>
                <a:cubicBezTo>
                  <a:pt x="7413880" y="1306830"/>
                  <a:pt x="7575677" y="1093788"/>
                  <a:pt x="7756652" y="900811"/>
                </a:cubicBezTo>
                <a:cubicBezTo>
                  <a:pt x="8056118" y="581279"/>
                  <a:pt x="8449628" y="285814"/>
                  <a:pt x="8856218" y="315341"/>
                </a:cubicBezTo>
                <a:cubicBezTo>
                  <a:pt x="9284843" y="346456"/>
                  <a:pt x="9573133" y="708914"/>
                  <a:pt x="9716706" y="1063943"/>
                </a:cubicBezTo>
                <a:cubicBezTo>
                  <a:pt x="9963976" y="1674051"/>
                  <a:pt x="9924923" y="2339023"/>
                  <a:pt x="10097833" y="2990787"/>
                </a:cubicBezTo>
                <a:cubicBezTo>
                  <a:pt x="10143554" y="3161157"/>
                  <a:pt x="10212388" y="3336163"/>
                  <a:pt x="10302240" y="3503740"/>
                </a:cubicBezTo>
                <a:cubicBezTo>
                  <a:pt x="10555478" y="3976180"/>
                  <a:pt x="10979785" y="4386898"/>
                  <a:pt x="11558016" y="4444873"/>
                </a:cubicBezTo>
                <a:cubicBezTo>
                  <a:pt x="11776583" y="4466654"/>
                  <a:pt x="11988609" y="4435666"/>
                  <a:pt x="12192064" y="436975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D732EE4C-456D-4DE3-FB01-5A3BADEEACD8}"/>
              </a:ext>
            </a:extLst>
          </p:cNvPr>
          <p:cNvSpPr/>
          <p:nvPr/>
        </p:nvSpPr>
        <p:spPr>
          <a:xfrm>
            <a:off x="1650" y="1273874"/>
            <a:ext cx="12192000" cy="4801446"/>
          </a:xfrm>
          <a:custGeom>
            <a:avLst/>
            <a:gdLst>
              <a:gd name="connsiteX0" fmla="*/ 0 w 12192000"/>
              <a:gd name="connsiteY0" fmla="*/ 0 h 4801446"/>
              <a:gd name="connsiteX1" fmla="*/ 1444371 w 12192000"/>
              <a:gd name="connsiteY1" fmla="*/ 1218248 h 4801446"/>
              <a:gd name="connsiteX2" fmla="*/ 2526602 w 12192000"/>
              <a:gd name="connsiteY2" fmla="*/ 3543745 h 4801446"/>
              <a:gd name="connsiteX3" fmla="*/ 4589399 w 12192000"/>
              <a:gd name="connsiteY3" fmla="*/ 4778693 h 4801446"/>
              <a:gd name="connsiteX4" fmla="*/ 5921820 w 12192000"/>
              <a:gd name="connsiteY4" fmla="*/ 3673792 h 4801446"/>
              <a:gd name="connsiteX5" fmla="*/ 7318947 w 12192000"/>
              <a:gd name="connsiteY5" fmla="*/ 1623124 h 4801446"/>
              <a:gd name="connsiteX6" fmla="*/ 7811199 w 12192000"/>
              <a:gd name="connsiteY6" fmla="*/ 1004570 h 4801446"/>
              <a:gd name="connsiteX7" fmla="*/ 8895334 w 12192000"/>
              <a:gd name="connsiteY7" fmla="*/ 409702 h 4801446"/>
              <a:gd name="connsiteX8" fmla="*/ 9748266 w 12192000"/>
              <a:gd name="connsiteY8" fmla="*/ 1112139 h 4801446"/>
              <a:gd name="connsiteX9" fmla="*/ 10157523 w 12192000"/>
              <a:gd name="connsiteY9" fmla="*/ 2949067 h 4801446"/>
              <a:gd name="connsiteX10" fmla="*/ 10368217 w 12192000"/>
              <a:gd name="connsiteY10" fmla="*/ 3440557 h 4801446"/>
              <a:gd name="connsiteX11" fmla="*/ 11623104 w 12192000"/>
              <a:gd name="connsiteY11" fmla="*/ 4343781 h 4801446"/>
              <a:gd name="connsiteX12" fmla="*/ 12192000 w 12192000"/>
              <a:gd name="connsiteY12" fmla="*/ 4288155 h 4801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801446">
                <a:moveTo>
                  <a:pt x="0" y="0"/>
                </a:moveTo>
                <a:cubicBezTo>
                  <a:pt x="583248" y="235712"/>
                  <a:pt x="1102805" y="685356"/>
                  <a:pt x="1444371" y="1218248"/>
                </a:cubicBezTo>
                <a:cubicBezTo>
                  <a:pt x="1907667" y="1941005"/>
                  <a:pt x="2094802" y="2804097"/>
                  <a:pt x="2526602" y="3543745"/>
                </a:cubicBezTo>
                <a:cubicBezTo>
                  <a:pt x="2958529" y="4283583"/>
                  <a:pt x="3764153" y="4932426"/>
                  <a:pt x="4589399" y="4778693"/>
                </a:cubicBezTo>
                <a:cubicBezTo>
                  <a:pt x="5189220" y="4666361"/>
                  <a:pt x="5548821" y="4128834"/>
                  <a:pt x="5921820" y="3673792"/>
                </a:cubicBezTo>
                <a:cubicBezTo>
                  <a:pt x="6349365" y="3152204"/>
                  <a:pt x="6801676" y="2363661"/>
                  <a:pt x="7318947" y="1623124"/>
                </a:cubicBezTo>
                <a:cubicBezTo>
                  <a:pt x="7470013" y="1406843"/>
                  <a:pt x="7631684" y="1196404"/>
                  <a:pt x="7811199" y="1004570"/>
                </a:cubicBezTo>
                <a:cubicBezTo>
                  <a:pt x="8108505" y="686689"/>
                  <a:pt x="8495284" y="389446"/>
                  <a:pt x="8895334" y="409702"/>
                </a:cubicBezTo>
                <a:cubicBezTo>
                  <a:pt x="9316530" y="431038"/>
                  <a:pt x="9602343" y="775081"/>
                  <a:pt x="9748266" y="1112139"/>
                </a:cubicBezTo>
                <a:cubicBezTo>
                  <a:pt x="9999599" y="1691196"/>
                  <a:pt x="9974897" y="2325180"/>
                  <a:pt x="10157523" y="2949067"/>
                </a:cubicBezTo>
                <a:cubicBezTo>
                  <a:pt x="10205910" y="3112072"/>
                  <a:pt x="10276904" y="3279775"/>
                  <a:pt x="10368217" y="3440557"/>
                </a:cubicBezTo>
                <a:cubicBezTo>
                  <a:pt x="10625582" y="3893757"/>
                  <a:pt x="11049444" y="4289044"/>
                  <a:pt x="11623104" y="4343781"/>
                </a:cubicBezTo>
                <a:cubicBezTo>
                  <a:pt x="11818303" y="4362323"/>
                  <a:pt x="12008421" y="4339527"/>
                  <a:pt x="12192000" y="4288155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E6EF633-196E-A0D0-CE82-FAAF2A8FB85C}"/>
              </a:ext>
            </a:extLst>
          </p:cNvPr>
          <p:cNvSpPr/>
          <p:nvPr/>
        </p:nvSpPr>
        <p:spPr>
          <a:xfrm>
            <a:off x="1650" y="1243521"/>
            <a:ext cx="12191872" cy="4770825"/>
          </a:xfrm>
          <a:custGeom>
            <a:avLst/>
            <a:gdLst>
              <a:gd name="connsiteX0" fmla="*/ 0 w 12191872"/>
              <a:gd name="connsiteY0" fmla="*/ 0 h 4770825"/>
              <a:gd name="connsiteX1" fmla="*/ 1574737 w 12191872"/>
              <a:gd name="connsiteY1" fmla="*/ 1265873 h 4770825"/>
              <a:gd name="connsiteX2" fmla="*/ 2639822 w 12191872"/>
              <a:gd name="connsiteY2" fmla="*/ 3537141 h 4770825"/>
              <a:gd name="connsiteX3" fmla="*/ 4656201 w 12191872"/>
              <a:gd name="connsiteY3" fmla="*/ 4750308 h 4770825"/>
              <a:gd name="connsiteX4" fmla="*/ 5959793 w 12191872"/>
              <a:gd name="connsiteY4" fmla="*/ 3690366 h 4770825"/>
              <a:gd name="connsiteX5" fmla="*/ 7374065 w 12191872"/>
              <a:gd name="connsiteY5" fmla="*/ 1712912 h 4770825"/>
              <a:gd name="connsiteX6" fmla="*/ 7865681 w 12191872"/>
              <a:gd name="connsiteY6" fmla="*/ 1102233 h 4770825"/>
              <a:gd name="connsiteX7" fmla="*/ 8934387 w 12191872"/>
              <a:gd name="connsiteY7" fmla="*/ 497967 h 4770825"/>
              <a:gd name="connsiteX8" fmla="*/ 9779762 w 12191872"/>
              <a:gd name="connsiteY8" fmla="*/ 1154176 h 4770825"/>
              <a:gd name="connsiteX9" fmla="*/ 10217150 w 12191872"/>
              <a:gd name="connsiteY9" fmla="*/ 2901188 h 4770825"/>
              <a:gd name="connsiteX10" fmla="*/ 10434066 w 12191872"/>
              <a:gd name="connsiteY10" fmla="*/ 3371215 h 4770825"/>
              <a:gd name="connsiteX11" fmla="*/ 11688191 w 12191872"/>
              <a:gd name="connsiteY11" fmla="*/ 4236593 h 4770825"/>
              <a:gd name="connsiteX12" fmla="*/ 12191873 w 12191872"/>
              <a:gd name="connsiteY12" fmla="*/ 4197350 h 477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872" h="4770825">
                <a:moveTo>
                  <a:pt x="0" y="0"/>
                </a:moveTo>
                <a:cubicBezTo>
                  <a:pt x="635191" y="223711"/>
                  <a:pt x="1205929" y="695516"/>
                  <a:pt x="1574737" y="1265873"/>
                </a:cubicBezTo>
                <a:cubicBezTo>
                  <a:pt x="2030921" y="1971231"/>
                  <a:pt x="2215833" y="2814701"/>
                  <a:pt x="2639822" y="3537141"/>
                </a:cubicBezTo>
                <a:cubicBezTo>
                  <a:pt x="3064002" y="4259771"/>
                  <a:pt x="3850577" y="4894136"/>
                  <a:pt x="4656201" y="4750308"/>
                </a:cubicBezTo>
                <a:cubicBezTo>
                  <a:pt x="5241671" y="4645089"/>
                  <a:pt x="5593969" y="4127373"/>
                  <a:pt x="5959793" y="3690366"/>
                </a:cubicBezTo>
                <a:cubicBezTo>
                  <a:pt x="6379083" y="3189478"/>
                  <a:pt x="6855016" y="2437511"/>
                  <a:pt x="7374065" y="1712912"/>
                </a:cubicBezTo>
                <a:cubicBezTo>
                  <a:pt x="7526084" y="1500696"/>
                  <a:pt x="7687628" y="1292924"/>
                  <a:pt x="7865681" y="1102233"/>
                </a:cubicBezTo>
                <a:cubicBezTo>
                  <a:pt x="8160830" y="785940"/>
                  <a:pt x="8540814" y="486918"/>
                  <a:pt x="8934387" y="497967"/>
                </a:cubicBezTo>
                <a:cubicBezTo>
                  <a:pt x="9348216" y="509524"/>
                  <a:pt x="9631490" y="835152"/>
                  <a:pt x="9779762" y="1154176"/>
                </a:cubicBezTo>
                <a:cubicBezTo>
                  <a:pt x="10035159" y="1702181"/>
                  <a:pt x="10023475" y="2305622"/>
                  <a:pt x="10217150" y="2901188"/>
                </a:cubicBezTo>
                <a:cubicBezTo>
                  <a:pt x="10267823" y="3056954"/>
                  <a:pt x="10341293" y="3217164"/>
                  <a:pt x="10434066" y="3371215"/>
                </a:cubicBezTo>
                <a:cubicBezTo>
                  <a:pt x="10695559" y="3805111"/>
                  <a:pt x="11119041" y="4185031"/>
                  <a:pt x="11688191" y="4236593"/>
                </a:cubicBezTo>
                <a:cubicBezTo>
                  <a:pt x="11860340" y="4252087"/>
                  <a:pt x="12028551" y="4236085"/>
                  <a:pt x="12191873" y="4197350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EC7D45-BA19-8808-4723-5E1F5B0CB802}"/>
              </a:ext>
            </a:extLst>
          </p:cNvPr>
          <p:cNvSpPr/>
          <p:nvPr/>
        </p:nvSpPr>
        <p:spPr>
          <a:xfrm>
            <a:off x="1650" y="1218629"/>
            <a:ext cx="12192127" cy="4734790"/>
          </a:xfrm>
          <a:custGeom>
            <a:avLst/>
            <a:gdLst>
              <a:gd name="connsiteX0" fmla="*/ 0 w 12192127"/>
              <a:gd name="connsiteY0" fmla="*/ 0 h 4734790"/>
              <a:gd name="connsiteX1" fmla="*/ 1705166 w 12192127"/>
              <a:gd name="connsiteY1" fmla="*/ 1307973 h 4734790"/>
              <a:gd name="connsiteX2" fmla="*/ 2753170 w 12192127"/>
              <a:gd name="connsiteY2" fmla="*/ 3525012 h 4734790"/>
              <a:gd name="connsiteX3" fmla="*/ 4723194 w 12192127"/>
              <a:gd name="connsiteY3" fmla="*/ 4716463 h 4734790"/>
              <a:gd name="connsiteX4" fmla="*/ 5997956 w 12192127"/>
              <a:gd name="connsiteY4" fmla="*/ 3701479 h 4734790"/>
              <a:gd name="connsiteX5" fmla="*/ 7429310 w 12192127"/>
              <a:gd name="connsiteY5" fmla="*/ 1797304 h 4734790"/>
              <a:gd name="connsiteX6" fmla="*/ 7920356 w 12192127"/>
              <a:gd name="connsiteY6" fmla="*/ 1194499 h 4734790"/>
              <a:gd name="connsiteX7" fmla="*/ 8973693 w 12192127"/>
              <a:gd name="connsiteY7" fmla="*/ 580771 h 4734790"/>
              <a:gd name="connsiteX8" fmla="*/ 9811512 w 12192127"/>
              <a:gd name="connsiteY8" fmla="*/ 1190816 h 4734790"/>
              <a:gd name="connsiteX9" fmla="*/ 10277094 w 12192127"/>
              <a:gd name="connsiteY9" fmla="*/ 2847912 h 4734790"/>
              <a:gd name="connsiteX10" fmla="*/ 10500360 w 12192127"/>
              <a:gd name="connsiteY10" fmla="*/ 3296412 h 4734790"/>
              <a:gd name="connsiteX11" fmla="*/ 11753596 w 12192127"/>
              <a:gd name="connsiteY11" fmla="*/ 4123881 h 4734790"/>
              <a:gd name="connsiteX12" fmla="*/ 12192127 w 12192127"/>
              <a:gd name="connsiteY12" fmla="*/ 4098163 h 4734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127" h="4734790">
                <a:moveTo>
                  <a:pt x="0" y="0"/>
                </a:moveTo>
                <a:cubicBezTo>
                  <a:pt x="686435" y="208725"/>
                  <a:pt x="1309053" y="700913"/>
                  <a:pt x="1705166" y="1307973"/>
                </a:cubicBezTo>
                <a:cubicBezTo>
                  <a:pt x="2154047" y="1995996"/>
                  <a:pt x="2336927" y="2819718"/>
                  <a:pt x="2753170" y="3525012"/>
                </a:cubicBezTo>
                <a:cubicBezTo>
                  <a:pt x="3169603" y="4230497"/>
                  <a:pt x="3937127" y="4850321"/>
                  <a:pt x="4723194" y="4716463"/>
                </a:cubicBezTo>
                <a:cubicBezTo>
                  <a:pt x="5294376" y="4618419"/>
                  <a:pt x="5639245" y="4120452"/>
                  <a:pt x="5997956" y="3701479"/>
                </a:cubicBezTo>
                <a:cubicBezTo>
                  <a:pt x="6409119" y="3221355"/>
                  <a:pt x="6908483" y="2505837"/>
                  <a:pt x="7429310" y="1797304"/>
                </a:cubicBezTo>
                <a:cubicBezTo>
                  <a:pt x="7582281" y="1589151"/>
                  <a:pt x="7743762" y="1384046"/>
                  <a:pt x="7920356" y="1194499"/>
                </a:cubicBezTo>
                <a:cubicBezTo>
                  <a:pt x="8213344" y="879793"/>
                  <a:pt x="8586597" y="573215"/>
                  <a:pt x="8973693" y="580771"/>
                </a:cubicBezTo>
                <a:cubicBezTo>
                  <a:pt x="9380093" y="588709"/>
                  <a:pt x="9660890" y="889762"/>
                  <a:pt x="9811512" y="1190816"/>
                </a:cubicBezTo>
                <a:cubicBezTo>
                  <a:pt x="10070973" y="1707769"/>
                  <a:pt x="10073450" y="2280349"/>
                  <a:pt x="10277094" y="2847912"/>
                </a:cubicBezTo>
                <a:cubicBezTo>
                  <a:pt x="10330370" y="2996375"/>
                  <a:pt x="10405999" y="3149219"/>
                  <a:pt x="10500360" y="3296412"/>
                </a:cubicBezTo>
                <a:cubicBezTo>
                  <a:pt x="10765980" y="3711067"/>
                  <a:pt x="11189018" y="4075621"/>
                  <a:pt x="11753596" y="4123881"/>
                </a:cubicBezTo>
                <a:cubicBezTo>
                  <a:pt x="11902884" y="4136517"/>
                  <a:pt x="12049252" y="4126103"/>
                  <a:pt x="12192127" y="409816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E47CCD19-147F-A18F-D70E-FB4FC7A3B4A8}"/>
              </a:ext>
            </a:extLst>
          </p:cNvPr>
          <p:cNvSpPr/>
          <p:nvPr/>
        </p:nvSpPr>
        <p:spPr>
          <a:xfrm>
            <a:off x="1650" y="1198690"/>
            <a:ext cx="12191872" cy="4693823"/>
          </a:xfrm>
          <a:custGeom>
            <a:avLst/>
            <a:gdLst>
              <a:gd name="connsiteX0" fmla="*/ 0 w 12191872"/>
              <a:gd name="connsiteY0" fmla="*/ 0 h 4693823"/>
              <a:gd name="connsiteX1" fmla="*/ 1835468 w 12191872"/>
              <a:gd name="connsiteY1" fmla="*/ 1345184 h 4693823"/>
              <a:gd name="connsiteX2" fmla="*/ 2866327 w 12191872"/>
              <a:gd name="connsiteY2" fmla="*/ 3507931 h 4693823"/>
              <a:gd name="connsiteX3" fmla="*/ 4789996 w 12191872"/>
              <a:gd name="connsiteY3" fmla="*/ 4677601 h 4693823"/>
              <a:gd name="connsiteX4" fmla="*/ 6035929 w 12191872"/>
              <a:gd name="connsiteY4" fmla="*/ 3707638 h 4693823"/>
              <a:gd name="connsiteX5" fmla="*/ 7484364 w 12191872"/>
              <a:gd name="connsiteY5" fmla="*/ 1876679 h 4693823"/>
              <a:gd name="connsiteX6" fmla="*/ 7974775 w 12191872"/>
              <a:gd name="connsiteY6" fmla="*/ 1281811 h 4693823"/>
              <a:gd name="connsiteX7" fmla="*/ 9012682 w 12191872"/>
              <a:gd name="connsiteY7" fmla="*/ 658686 h 4693823"/>
              <a:gd name="connsiteX8" fmla="*/ 9842881 w 12191872"/>
              <a:gd name="connsiteY8" fmla="*/ 1222502 h 4693823"/>
              <a:gd name="connsiteX9" fmla="*/ 10336593 w 12191872"/>
              <a:gd name="connsiteY9" fmla="*/ 2789682 h 4693823"/>
              <a:gd name="connsiteX10" fmla="*/ 10566082 w 12191872"/>
              <a:gd name="connsiteY10" fmla="*/ 3216720 h 4693823"/>
              <a:gd name="connsiteX11" fmla="*/ 11818493 w 12191872"/>
              <a:gd name="connsiteY11" fmla="*/ 4006279 h 4693823"/>
              <a:gd name="connsiteX12" fmla="*/ 12191873 w 12191872"/>
              <a:gd name="connsiteY12" fmla="*/ 3991293 h 4693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872" h="4693823">
                <a:moveTo>
                  <a:pt x="0" y="0"/>
                </a:moveTo>
                <a:cubicBezTo>
                  <a:pt x="736981" y="191199"/>
                  <a:pt x="1412177" y="701993"/>
                  <a:pt x="1835468" y="1345184"/>
                </a:cubicBezTo>
                <a:cubicBezTo>
                  <a:pt x="2276920" y="2015998"/>
                  <a:pt x="2457958" y="2819908"/>
                  <a:pt x="2866327" y="3507931"/>
                </a:cubicBezTo>
                <a:cubicBezTo>
                  <a:pt x="3275013" y="4196271"/>
                  <a:pt x="4023551" y="4801553"/>
                  <a:pt x="4789996" y="4677601"/>
                </a:cubicBezTo>
                <a:cubicBezTo>
                  <a:pt x="5346827" y="4586732"/>
                  <a:pt x="5684330" y="4108514"/>
                  <a:pt x="6035929" y="3707638"/>
                </a:cubicBezTo>
                <a:cubicBezTo>
                  <a:pt x="6438900" y="3248216"/>
                  <a:pt x="6961886" y="2569274"/>
                  <a:pt x="7484364" y="1876679"/>
                </a:cubicBezTo>
                <a:cubicBezTo>
                  <a:pt x="7638352" y="1672590"/>
                  <a:pt x="7799642" y="1470152"/>
                  <a:pt x="7974775" y="1281811"/>
                </a:cubicBezTo>
                <a:cubicBezTo>
                  <a:pt x="8265542" y="968756"/>
                  <a:pt x="8632000" y="666242"/>
                  <a:pt x="9012682" y="658686"/>
                </a:cubicBezTo>
                <a:cubicBezTo>
                  <a:pt x="9411716" y="650748"/>
                  <a:pt x="9690037" y="939546"/>
                  <a:pt x="9842881" y="1222502"/>
                </a:cubicBezTo>
                <a:cubicBezTo>
                  <a:pt x="10106343" y="1708404"/>
                  <a:pt x="10123043" y="2250059"/>
                  <a:pt x="10336593" y="2789682"/>
                </a:cubicBezTo>
                <a:cubicBezTo>
                  <a:pt x="10392410" y="2930843"/>
                  <a:pt x="10470261" y="3076258"/>
                  <a:pt x="10566082" y="3216720"/>
                </a:cubicBezTo>
                <a:cubicBezTo>
                  <a:pt x="10835830" y="3612134"/>
                  <a:pt x="11258487" y="3961257"/>
                  <a:pt x="11818493" y="4006279"/>
                </a:cubicBezTo>
                <a:cubicBezTo>
                  <a:pt x="11945112" y="4016375"/>
                  <a:pt x="12069699" y="4010216"/>
                  <a:pt x="12191873" y="399129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874F4A6B-C974-501C-B8B9-CAAD344A0DC3}"/>
              </a:ext>
            </a:extLst>
          </p:cNvPr>
          <p:cNvSpPr/>
          <p:nvPr/>
        </p:nvSpPr>
        <p:spPr>
          <a:xfrm>
            <a:off x="1650" y="1183196"/>
            <a:ext cx="12192000" cy="4648533"/>
          </a:xfrm>
          <a:custGeom>
            <a:avLst/>
            <a:gdLst>
              <a:gd name="connsiteX0" fmla="*/ 0 w 12192000"/>
              <a:gd name="connsiteY0" fmla="*/ 0 h 4648533"/>
              <a:gd name="connsiteX1" fmla="*/ 1965897 w 12192000"/>
              <a:gd name="connsiteY1" fmla="*/ 1377950 h 4648533"/>
              <a:gd name="connsiteX2" fmla="*/ 2979674 w 12192000"/>
              <a:gd name="connsiteY2" fmla="*/ 3486468 h 4648533"/>
              <a:gd name="connsiteX3" fmla="*/ 4856925 w 12192000"/>
              <a:gd name="connsiteY3" fmla="*/ 4634357 h 4648533"/>
              <a:gd name="connsiteX4" fmla="*/ 6074029 w 12192000"/>
              <a:gd name="connsiteY4" fmla="*/ 3709353 h 4648533"/>
              <a:gd name="connsiteX5" fmla="*/ 7539609 w 12192000"/>
              <a:gd name="connsiteY5" fmla="*/ 1951673 h 4648533"/>
              <a:gd name="connsiteX6" fmla="*/ 8029385 w 12192000"/>
              <a:gd name="connsiteY6" fmla="*/ 1364679 h 4648533"/>
              <a:gd name="connsiteX7" fmla="*/ 9051925 w 12192000"/>
              <a:gd name="connsiteY7" fmla="*/ 732155 h 4648533"/>
              <a:gd name="connsiteX8" fmla="*/ 9874568 w 12192000"/>
              <a:gd name="connsiteY8" fmla="*/ 1249807 h 4648533"/>
              <a:gd name="connsiteX9" fmla="*/ 10396410 w 12192000"/>
              <a:gd name="connsiteY9" fmla="*/ 2727071 h 4648533"/>
              <a:gd name="connsiteX10" fmla="*/ 10632186 w 12192000"/>
              <a:gd name="connsiteY10" fmla="*/ 3132582 h 4648533"/>
              <a:gd name="connsiteX11" fmla="*/ 11883771 w 12192000"/>
              <a:gd name="connsiteY11" fmla="*/ 3884295 h 4648533"/>
              <a:gd name="connsiteX12" fmla="*/ 12192000 w 12192000"/>
              <a:gd name="connsiteY12" fmla="*/ 3877310 h 464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648533">
                <a:moveTo>
                  <a:pt x="0" y="0"/>
                </a:moveTo>
                <a:cubicBezTo>
                  <a:pt x="786829" y="171260"/>
                  <a:pt x="1515301" y="699072"/>
                  <a:pt x="1965897" y="1377950"/>
                </a:cubicBezTo>
                <a:cubicBezTo>
                  <a:pt x="2399729" y="2031619"/>
                  <a:pt x="2579053" y="2815590"/>
                  <a:pt x="2979674" y="3486468"/>
                </a:cubicBezTo>
                <a:cubicBezTo>
                  <a:pt x="3380550" y="4157599"/>
                  <a:pt x="4110101" y="4748340"/>
                  <a:pt x="4856925" y="4634357"/>
                </a:cubicBezTo>
                <a:cubicBezTo>
                  <a:pt x="5399405" y="4550601"/>
                  <a:pt x="5729542" y="4092131"/>
                  <a:pt x="6074029" y="3709353"/>
                </a:cubicBezTo>
                <a:cubicBezTo>
                  <a:pt x="6468872" y="3270631"/>
                  <a:pt x="7015417" y="2628202"/>
                  <a:pt x="7539609" y="1951673"/>
                </a:cubicBezTo>
                <a:cubicBezTo>
                  <a:pt x="7694549" y="1751648"/>
                  <a:pt x="7855712" y="1551877"/>
                  <a:pt x="8029385" y="1364679"/>
                </a:cubicBezTo>
                <a:cubicBezTo>
                  <a:pt x="8317993" y="1053211"/>
                  <a:pt x="8677656" y="749046"/>
                  <a:pt x="9051925" y="732155"/>
                </a:cubicBezTo>
                <a:cubicBezTo>
                  <a:pt x="9443530" y="714502"/>
                  <a:pt x="9719373" y="984822"/>
                  <a:pt x="9874568" y="1249807"/>
                </a:cubicBezTo>
                <a:cubicBezTo>
                  <a:pt x="10142093" y="1704658"/>
                  <a:pt x="10172954" y="2215452"/>
                  <a:pt x="10396410" y="2727071"/>
                </a:cubicBezTo>
                <a:cubicBezTo>
                  <a:pt x="10454830" y="2860866"/>
                  <a:pt x="10534904" y="2998978"/>
                  <a:pt x="10632186" y="3132582"/>
                </a:cubicBezTo>
                <a:cubicBezTo>
                  <a:pt x="10906062" y="3508693"/>
                  <a:pt x="11328273" y="3842512"/>
                  <a:pt x="11883771" y="3884295"/>
                </a:cubicBezTo>
                <a:cubicBezTo>
                  <a:pt x="11987911" y="3892042"/>
                  <a:pt x="12090781" y="3889121"/>
                  <a:pt x="12192000" y="3877310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31192856-A05A-1894-5000-3095ED801A67}"/>
              </a:ext>
            </a:extLst>
          </p:cNvPr>
          <p:cNvSpPr/>
          <p:nvPr/>
        </p:nvSpPr>
        <p:spPr>
          <a:xfrm>
            <a:off x="1650" y="1171702"/>
            <a:ext cx="12183300" cy="4599276"/>
          </a:xfrm>
          <a:custGeom>
            <a:avLst/>
            <a:gdLst>
              <a:gd name="connsiteX0" fmla="*/ 0 w 12183300"/>
              <a:gd name="connsiteY0" fmla="*/ 0 h 4599276"/>
              <a:gd name="connsiteX1" fmla="*/ 2096262 w 12183300"/>
              <a:gd name="connsiteY1" fmla="*/ 1406652 h 4599276"/>
              <a:gd name="connsiteX2" fmla="*/ 3092895 w 12183300"/>
              <a:gd name="connsiteY2" fmla="*/ 3460941 h 4599276"/>
              <a:gd name="connsiteX3" fmla="*/ 4923790 w 12183300"/>
              <a:gd name="connsiteY3" fmla="*/ 4587050 h 4599276"/>
              <a:gd name="connsiteX4" fmla="*/ 6112066 w 12183300"/>
              <a:gd name="connsiteY4" fmla="*/ 3707003 h 4599276"/>
              <a:gd name="connsiteX5" fmla="*/ 7594727 w 12183300"/>
              <a:gd name="connsiteY5" fmla="*/ 2022602 h 4599276"/>
              <a:gd name="connsiteX6" fmla="*/ 8083868 w 12183300"/>
              <a:gd name="connsiteY6" fmla="*/ 1443419 h 4599276"/>
              <a:gd name="connsiteX7" fmla="*/ 9090978 w 12183300"/>
              <a:gd name="connsiteY7" fmla="*/ 801497 h 4599276"/>
              <a:gd name="connsiteX8" fmla="*/ 9906064 w 12183300"/>
              <a:gd name="connsiteY8" fmla="*/ 1272921 h 4599276"/>
              <a:gd name="connsiteX9" fmla="*/ 10456037 w 12183300"/>
              <a:gd name="connsiteY9" fmla="*/ 2660269 h 4599276"/>
              <a:gd name="connsiteX10" fmla="*/ 10698099 w 12183300"/>
              <a:gd name="connsiteY10" fmla="*/ 3044317 h 4599276"/>
              <a:gd name="connsiteX11" fmla="*/ 11948795 w 12183300"/>
              <a:gd name="connsiteY11" fmla="*/ 3758120 h 4599276"/>
              <a:gd name="connsiteX12" fmla="*/ 12183301 w 12183300"/>
              <a:gd name="connsiteY12" fmla="*/ 3757359 h 459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3300" h="4599276">
                <a:moveTo>
                  <a:pt x="0" y="0"/>
                </a:moveTo>
                <a:cubicBezTo>
                  <a:pt x="835978" y="149225"/>
                  <a:pt x="1618361" y="692658"/>
                  <a:pt x="2096262" y="1406652"/>
                </a:cubicBezTo>
                <a:cubicBezTo>
                  <a:pt x="2522347" y="2043303"/>
                  <a:pt x="2700084" y="2807272"/>
                  <a:pt x="3092895" y="3460941"/>
                </a:cubicBezTo>
                <a:cubicBezTo>
                  <a:pt x="3486087" y="4114927"/>
                  <a:pt x="4196525" y="4691126"/>
                  <a:pt x="4923790" y="4587050"/>
                </a:cubicBezTo>
                <a:cubicBezTo>
                  <a:pt x="5451920" y="4510405"/>
                  <a:pt x="5774754" y="4071747"/>
                  <a:pt x="6112066" y="3707003"/>
                </a:cubicBezTo>
                <a:cubicBezTo>
                  <a:pt x="6498717" y="3288982"/>
                  <a:pt x="7068884" y="2683129"/>
                  <a:pt x="7594727" y="2022602"/>
                </a:cubicBezTo>
                <a:cubicBezTo>
                  <a:pt x="7750683" y="1826641"/>
                  <a:pt x="7911719" y="1629537"/>
                  <a:pt x="8083868" y="1443419"/>
                </a:cubicBezTo>
                <a:cubicBezTo>
                  <a:pt x="8370317" y="1133539"/>
                  <a:pt x="8723122" y="827723"/>
                  <a:pt x="9090978" y="801497"/>
                </a:cubicBezTo>
                <a:cubicBezTo>
                  <a:pt x="9475153" y="774129"/>
                  <a:pt x="9748520" y="1025970"/>
                  <a:pt x="9906064" y="1272921"/>
                </a:cubicBezTo>
                <a:cubicBezTo>
                  <a:pt x="10177653" y="1696720"/>
                  <a:pt x="10222738" y="2176717"/>
                  <a:pt x="10456037" y="2660269"/>
                </a:cubicBezTo>
                <a:cubicBezTo>
                  <a:pt x="10517060" y="2786761"/>
                  <a:pt x="10599230" y="2917444"/>
                  <a:pt x="10698099" y="3044317"/>
                </a:cubicBezTo>
                <a:cubicBezTo>
                  <a:pt x="10976039" y="3401124"/>
                  <a:pt x="11397932" y="3719576"/>
                  <a:pt x="11948795" y="3758120"/>
                </a:cubicBezTo>
                <a:cubicBezTo>
                  <a:pt x="12027726" y="3763582"/>
                  <a:pt x="12105957" y="3763074"/>
                  <a:pt x="12183301" y="3757359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ED98AEB-02BE-7F13-C33A-307B7FF6CACE}"/>
              </a:ext>
            </a:extLst>
          </p:cNvPr>
          <p:cNvSpPr/>
          <p:nvPr/>
        </p:nvSpPr>
        <p:spPr>
          <a:xfrm>
            <a:off x="1650" y="1163892"/>
            <a:ext cx="12192000" cy="4546488"/>
          </a:xfrm>
          <a:custGeom>
            <a:avLst/>
            <a:gdLst>
              <a:gd name="connsiteX0" fmla="*/ 0 w 12192000"/>
              <a:gd name="connsiteY0" fmla="*/ 0 h 4546488"/>
              <a:gd name="connsiteX1" fmla="*/ 2226628 w 12192000"/>
              <a:gd name="connsiteY1" fmla="*/ 1431735 h 4546488"/>
              <a:gd name="connsiteX2" fmla="*/ 3206179 w 12192000"/>
              <a:gd name="connsiteY2" fmla="*/ 3431794 h 4546488"/>
              <a:gd name="connsiteX3" fmla="*/ 4990656 w 12192000"/>
              <a:gd name="connsiteY3" fmla="*/ 4536123 h 4546488"/>
              <a:gd name="connsiteX4" fmla="*/ 6150102 w 12192000"/>
              <a:gd name="connsiteY4" fmla="*/ 3701098 h 4546488"/>
              <a:gd name="connsiteX5" fmla="*/ 7649909 w 12192000"/>
              <a:gd name="connsiteY5" fmla="*/ 2089976 h 4546488"/>
              <a:gd name="connsiteX6" fmla="*/ 8138478 w 12192000"/>
              <a:gd name="connsiteY6" fmla="*/ 1518730 h 4546488"/>
              <a:gd name="connsiteX7" fmla="*/ 9130157 w 12192000"/>
              <a:gd name="connsiteY7" fmla="*/ 867347 h 4546488"/>
              <a:gd name="connsiteX8" fmla="*/ 9937687 w 12192000"/>
              <a:gd name="connsiteY8" fmla="*/ 1292606 h 4546488"/>
              <a:gd name="connsiteX9" fmla="*/ 10515854 w 12192000"/>
              <a:gd name="connsiteY9" fmla="*/ 2590038 h 4546488"/>
              <a:gd name="connsiteX10" fmla="*/ 10764203 w 12192000"/>
              <a:gd name="connsiteY10" fmla="*/ 2952623 h 4546488"/>
              <a:gd name="connsiteX11" fmla="*/ 12014073 w 12192000"/>
              <a:gd name="connsiteY11" fmla="*/ 3628580 h 4546488"/>
              <a:gd name="connsiteX12" fmla="*/ 12192000 w 12192000"/>
              <a:gd name="connsiteY12" fmla="*/ 3630359 h 454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546488">
                <a:moveTo>
                  <a:pt x="0" y="0"/>
                </a:moveTo>
                <a:cubicBezTo>
                  <a:pt x="884365" y="125413"/>
                  <a:pt x="1721231" y="682943"/>
                  <a:pt x="2226628" y="1431735"/>
                </a:cubicBezTo>
                <a:cubicBezTo>
                  <a:pt x="2644839" y="2051368"/>
                  <a:pt x="2821115" y="2795270"/>
                  <a:pt x="3206179" y="3431794"/>
                </a:cubicBezTo>
                <a:cubicBezTo>
                  <a:pt x="3591560" y="4068572"/>
                  <a:pt x="4283012" y="4630293"/>
                  <a:pt x="4990656" y="4536123"/>
                </a:cubicBezTo>
                <a:cubicBezTo>
                  <a:pt x="5504498" y="4466654"/>
                  <a:pt x="5819902" y="4047680"/>
                  <a:pt x="6150102" y="3701098"/>
                </a:cubicBezTo>
                <a:cubicBezTo>
                  <a:pt x="6528626" y="3303715"/>
                  <a:pt x="7122414" y="2734501"/>
                  <a:pt x="7649909" y="2089976"/>
                </a:cubicBezTo>
                <a:cubicBezTo>
                  <a:pt x="7806880" y="1898142"/>
                  <a:pt x="7967726" y="1703641"/>
                  <a:pt x="8138478" y="1518730"/>
                </a:cubicBezTo>
                <a:cubicBezTo>
                  <a:pt x="8422767" y="1210501"/>
                  <a:pt x="8768715" y="902970"/>
                  <a:pt x="9130157" y="867347"/>
                </a:cubicBezTo>
                <a:cubicBezTo>
                  <a:pt x="9506839" y="830326"/>
                  <a:pt x="9777793" y="1063625"/>
                  <a:pt x="9937687" y="1292606"/>
                </a:cubicBezTo>
                <a:cubicBezTo>
                  <a:pt x="10213340" y="1685354"/>
                  <a:pt x="10272649" y="2134489"/>
                  <a:pt x="10515854" y="2590038"/>
                </a:cubicBezTo>
                <a:cubicBezTo>
                  <a:pt x="10579481" y="2709228"/>
                  <a:pt x="10663809" y="2832481"/>
                  <a:pt x="10764203" y="2952623"/>
                </a:cubicBezTo>
                <a:cubicBezTo>
                  <a:pt x="11046206" y="3290126"/>
                  <a:pt x="11467782" y="3593211"/>
                  <a:pt x="12014073" y="3628580"/>
                </a:cubicBezTo>
                <a:cubicBezTo>
                  <a:pt x="12073827" y="3632391"/>
                  <a:pt x="12133135" y="3632899"/>
                  <a:pt x="12192000" y="3630359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5C28ECA3-DC9E-861E-000F-C6A31A6F72A1}"/>
              </a:ext>
            </a:extLst>
          </p:cNvPr>
          <p:cNvSpPr/>
          <p:nvPr/>
        </p:nvSpPr>
        <p:spPr>
          <a:xfrm>
            <a:off x="1650" y="1159447"/>
            <a:ext cx="12191936" cy="4490310"/>
          </a:xfrm>
          <a:custGeom>
            <a:avLst/>
            <a:gdLst>
              <a:gd name="connsiteX0" fmla="*/ 0 w 12191936"/>
              <a:gd name="connsiteY0" fmla="*/ 0 h 4490310"/>
              <a:gd name="connsiteX1" fmla="*/ 2356993 w 12191936"/>
              <a:gd name="connsiteY1" fmla="*/ 1453388 h 4490310"/>
              <a:gd name="connsiteX2" fmla="*/ 3319399 w 12191936"/>
              <a:gd name="connsiteY2" fmla="*/ 3399155 h 4490310"/>
              <a:gd name="connsiteX3" fmla="*/ 5057521 w 12191936"/>
              <a:gd name="connsiteY3" fmla="*/ 4481703 h 4490310"/>
              <a:gd name="connsiteX4" fmla="*/ 6188139 w 12191936"/>
              <a:gd name="connsiteY4" fmla="*/ 3691636 h 4490310"/>
              <a:gd name="connsiteX5" fmla="*/ 7705027 w 12191936"/>
              <a:gd name="connsiteY5" fmla="*/ 2153730 h 4490310"/>
              <a:gd name="connsiteX6" fmla="*/ 8192961 w 12191936"/>
              <a:gd name="connsiteY6" fmla="*/ 1590358 h 4490310"/>
              <a:gd name="connsiteX7" fmla="*/ 9169273 w 12191936"/>
              <a:gd name="connsiteY7" fmla="*/ 929577 h 4490310"/>
              <a:gd name="connsiteX8" fmla="*/ 9969182 w 12191936"/>
              <a:gd name="connsiteY8" fmla="*/ 1308608 h 4490310"/>
              <a:gd name="connsiteX9" fmla="*/ 10575480 w 12191936"/>
              <a:gd name="connsiteY9" fmla="*/ 2516124 h 4490310"/>
              <a:gd name="connsiteX10" fmla="*/ 10830116 w 12191936"/>
              <a:gd name="connsiteY10" fmla="*/ 2857246 h 4490310"/>
              <a:gd name="connsiteX11" fmla="*/ 12079160 w 12191936"/>
              <a:gd name="connsiteY11" fmla="*/ 3495294 h 4490310"/>
              <a:gd name="connsiteX12" fmla="*/ 12191937 w 12191936"/>
              <a:gd name="connsiteY12" fmla="*/ 3498152 h 449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36" h="4490310">
                <a:moveTo>
                  <a:pt x="0" y="0"/>
                </a:moveTo>
                <a:cubicBezTo>
                  <a:pt x="931926" y="99886"/>
                  <a:pt x="1824038" y="670243"/>
                  <a:pt x="2356993" y="1453388"/>
                </a:cubicBezTo>
                <a:cubicBezTo>
                  <a:pt x="2767203" y="2056194"/>
                  <a:pt x="2942146" y="2779903"/>
                  <a:pt x="3319399" y="3399155"/>
                </a:cubicBezTo>
                <a:cubicBezTo>
                  <a:pt x="3697033" y="4018788"/>
                  <a:pt x="4369435" y="4565968"/>
                  <a:pt x="5057521" y="4481703"/>
                </a:cubicBezTo>
                <a:cubicBezTo>
                  <a:pt x="5557012" y="4419346"/>
                  <a:pt x="5865178" y="4020122"/>
                  <a:pt x="6188139" y="3691636"/>
                </a:cubicBezTo>
                <a:cubicBezTo>
                  <a:pt x="6558534" y="3314954"/>
                  <a:pt x="7176008" y="2782380"/>
                  <a:pt x="7705027" y="2153730"/>
                </a:cubicBezTo>
                <a:cubicBezTo>
                  <a:pt x="7863078" y="1965960"/>
                  <a:pt x="8023669" y="1774127"/>
                  <a:pt x="8192961" y="1590358"/>
                </a:cubicBezTo>
                <a:cubicBezTo>
                  <a:pt x="8475091" y="1283716"/>
                  <a:pt x="8814181" y="974535"/>
                  <a:pt x="9169273" y="929577"/>
                </a:cubicBezTo>
                <a:cubicBezTo>
                  <a:pt x="9538526" y="882841"/>
                  <a:pt x="9807004" y="1097661"/>
                  <a:pt x="9969182" y="1308608"/>
                </a:cubicBezTo>
                <a:cubicBezTo>
                  <a:pt x="10248900" y="1670304"/>
                  <a:pt x="10322369" y="2088642"/>
                  <a:pt x="10575480" y="2516124"/>
                </a:cubicBezTo>
                <a:cubicBezTo>
                  <a:pt x="10641711" y="2628011"/>
                  <a:pt x="10728198" y="2743899"/>
                  <a:pt x="10830116" y="2857246"/>
                </a:cubicBezTo>
                <a:cubicBezTo>
                  <a:pt x="11116183" y="3175445"/>
                  <a:pt x="11537379" y="3463163"/>
                  <a:pt x="12079160" y="3495294"/>
                </a:cubicBezTo>
                <a:cubicBezTo>
                  <a:pt x="12116943" y="3497517"/>
                  <a:pt x="12154535" y="3498406"/>
                  <a:pt x="12191937" y="349815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F0AAFA37-AAD7-0AE3-91AE-B819BE6A7859}"/>
              </a:ext>
            </a:extLst>
          </p:cNvPr>
          <p:cNvSpPr/>
          <p:nvPr/>
        </p:nvSpPr>
        <p:spPr>
          <a:xfrm>
            <a:off x="1650" y="1158050"/>
            <a:ext cx="12192000" cy="4431323"/>
          </a:xfrm>
          <a:custGeom>
            <a:avLst/>
            <a:gdLst>
              <a:gd name="connsiteX0" fmla="*/ 0 w 12192000"/>
              <a:gd name="connsiteY0" fmla="*/ 0 h 4431323"/>
              <a:gd name="connsiteX1" fmla="*/ 2487359 w 12192000"/>
              <a:gd name="connsiteY1" fmla="*/ 1472057 h 4431323"/>
              <a:gd name="connsiteX2" fmla="*/ 3432683 w 12192000"/>
              <a:gd name="connsiteY2" fmla="*/ 3363595 h 4431323"/>
              <a:gd name="connsiteX3" fmla="*/ 5124450 w 12192000"/>
              <a:gd name="connsiteY3" fmla="*/ 4424363 h 4431323"/>
              <a:gd name="connsiteX4" fmla="*/ 6226239 w 12192000"/>
              <a:gd name="connsiteY4" fmla="*/ 3679254 h 4431323"/>
              <a:gd name="connsiteX5" fmla="*/ 7760272 w 12192000"/>
              <a:gd name="connsiteY5" fmla="*/ 2214626 h 4431323"/>
              <a:gd name="connsiteX6" fmla="*/ 8247571 w 12192000"/>
              <a:gd name="connsiteY6" fmla="*/ 1659128 h 4431323"/>
              <a:gd name="connsiteX7" fmla="*/ 9208453 w 12192000"/>
              <a:gd name="connsiteY7" fmla="*/ 988949 h 4431323"/>
              <a:gd name="connsiteX8" fmla="*/ 10000805 w 12192000"/>
              <a:gd name="connsiteY8" fmla="*/ 1321816 h 4431323"/>
              <a:gd name="connsiteX9" fmla="*/ 10635234 w 12192000"/>
              <a:gd name="connsiteY9" fmla="*/ 2439416 h 4431323"/>
              <a:gd name="connsiteX10" fmla="*/ 10896155 w 12192000"/>
              <a:gd name="connsiteY10" fmla="*/ 2759012 h 4431323"/>
              <a:gd name="connsiteX11" fmla="*/ 12144375 w 12192000"/>
              <a:gd name="connsiteY11" fmla="*/ 3359150 h 4431323"/>
              <a:gd name="connsiteX12" fmla="*/ 12192000 w 12192000"/>
              <a:gd name="connsiteY12" fmla="*/ 3360991 h 443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4431323">
                <a:moveTo>
                  <a:pt x="0" y="0"/>
                </a:moveTo>
                <a:cubicBezTo>
                  <a:pt x="978789" y="72962"/>
                  <a:pt x="1926654" y="654876"/>
                  <a:pt x="2487359" y="1472057"/>
                </a:cubicBezTo>
                <a:cubicBezTo>
                  <a:pt x="2889441" y="2058035"/>
                  <a:pt x="3063177" y="2761488"/>
                  <a:pt x="3432683" y="3363595"/>
                </a:cubicBezTo>
                <a:cubicBezTo>
                  <a:pt x="3802571" y="3966083"/>
                  <a:pt x="4455986" y="4498721"/>
                  <a:pt x="5124450" y="4424363"/>
                </a:cubicBezTo>
                <a:cubicBezTo>
                  <a:pt x="5609590" y="4369181"/>
                  <a:pt x="5910390" y="3989641"/>
                  <a:pt x="6226239" y="3679254"/>
                </a:cubicBezTo>
                <a:cubicBezTo>
                  <a:pt x="6588569" y="3323209"/>
                  <a:pt x="7229730" y="2827274"/>
                  <a:pt x="7760272" y="2214626"/>
                </a:cubicBezTo>
                <a:cubicBezTo>
                  <a:pt x="7919339" y="2030921"/>
                  <a:pt x="8079740" y="1841754"/>
                  <a:pt x="8247571" y="1659128"/>
                </a:cubicBezTo>
                <a:cubicBezTo>
                  <a:pt x="8527542" y="1354138"/>
                  <a:pt x="8859774" y="1043305"/>
                  <a:pt x="9208453" y="988949"/>
                </a:cubicBezTo>
                <a:cubicBezTo>
                  <a:pt x="9570212" y="932561"/>
                  <a:pt x="9836341" y="1128840"/>
                  <a:pt x="10000805" y="1321816"/>
                </a:cubicBezTo>
                <a:cubicBezTo>
                  <a:pt x="10284587" y="1652461"/>
                  <a:pt x="10372344" y="2040001"/>
                  <a:pt x="10635234" y="2439416"/>
                </a:cubicBezTo>
                <a:cubicBezTo>
                  <a:pt x="10704068" y="2544064"/>
                  <a:pt x="10792714" y="2652459"/>
                  <a:pt x="10896155" y="2759012"/>
                </a:cubicBezTo>
                <a:cubicBezTo>
                  <a:pt x="11186287" y="3057906"/>
                  <a:pt x="11607165" y="3330321"/>
                  <a:pt x="12144375" y="3359150"/>
                </a:cubicBezTo>
                <a:cubicBezTo>
                  <a:pt x="12160250" y="3359976"/>
                  <a:pt x="12176125" y="3360610"/>
                  <a:pt x="12192000" y="3360991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9BA795E7-C832-09B6-C24F-16748A8A90B5}"/>
              </a:ext>
            </a:extLst>
          </p:cNvPr>
          <p:cNvSpPr/>
          <p:nvPr/>
        </p:nvSpPr>
        <p:spPr>
          <a:xfrm>
            <a:off x="1650" y="1159447"/>
            <a:ext cx="12192000" cy="4369666"/>
          </a:xfrm>
          <a:custGeom>
            <a:avLst/>
            <a:gdLst>
              <a:gd name="connsiteX0" fmla="*/ 0 w 12192000"/>
              <a:gd name="connsiteY0" fmla="*/ 0 h 4369666"/>
              <a:gd name="connsiteX1" fmla="*/ 2617724 w 12192000"/>
              <a:gd name="connsiteY1" fmla="*/ 1487932 h 4369666"/>
              <a:gd name="connsiteX2" fmla="*/ 3545904 w 12192000"/>
              <a:gd name="connsiteY2" fmla="*/ 3325241 h 4369666"/>
              <a:gd name="connsiteX3" fmla="*/ 5191252 w 12192000"/>
              <a:gd name="connsiteY3" fmla="*/ 4364228 h 4369666"/>
              <a:gd name="connsiteX4" fmla="*/ 6264212 w 12192000"/>
              <a:gd name="connsiteY4" fmla="*/ 3664141 h 4369666"/>
              <a:gd name="connsiteX5" fmla="*/ 7815326 w 12192000"/>
              <a:gd name="connsiteY5" fmla="*/ 2272729 h 4369666"/>
              <a:gd name="connsiteX6" fmla="*/ 8302054 w 12192000"/>
              <a:gd name="connsiteY6" fmla="*/ 1725105 h 4369666"/>
              <a:gd name="connsiteX7" fmla="*/ 9247568 w 12192000"/>
              <a:gd name="connsiteY7" fmla="*/ 1045528 h 4369666"/>
              <a:gd name="connsiteX8" fmla="*/ 10032365 w 12192000"/>
              <a:gd name="connsiteY8" fmla="*/ 1332167 h 4369666"/>
              <a:gd name="connsiteX9" fmla="*/ 10694988 w 12192000"/>
              <a:gd name="connsiteY9" fmla="*/ 2359851 h 4369666"/>
              <a:gd name="connsiteX10" fmla="*/ 10962195 w 12192000"/>
              <a:gd name="connsiteY10" fmla="*/ 2657983 h 4369666"/>
              <a:gd name="connsiteX11" fmla="*/ 12192000 w 12192000"/>
              <a:gd name="connsiteY11" fmla="*/ 3219323 h 436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369666">
                <a:moveTo>
                  <a:pt x="0" y="0"/>
                </a:moveTo>
                <a:cubicBezTo>
                  <a:pt x="1024826" y="44768"/>
                  <a:pt x="2029016" y="636969"/>
                  <a:pt x="2617724" y="1487932"/>
                </a:cubicBezTo>
                <a:cubicBezTo>
                  <a:pt x="3011551" y="2057146"/>
                  <a:pt x="3184208" y="2740343"/>
                  <a:pt x="3545904" y="3325241"/>
                </a:cubicBezTo>
                <a:cubicBezTo>
                  <a:pt x="3908044" y="3910521"/>
                  <a:pt x="4542409" y="4428681"/>
                  <a:pt x="5191252" y="4364228"/>
                </a:cubicBezTo>
                <a:cubicBezTo>
                  <a:pt x="5662105" y="4316159"/>
                  <a:pt x="5955602" y="3956368"/>
                  <a:pt x="6264212" y="3664141"/>
                </a:cubicBezTo>
                <a:cubicBezTo>
                  <a:pt x="6618415" y="3328734"/>
                  <a:pt x="7283323" y="2869502"/>
                  <a:pt x="7815326" y="2272729"/>
                </a:cubicBezTo>
                <a:cubicBezTo>
                  <a:pt x="7975473" y="2093151"/>
                  <a:pt x="8135684" y="1906588"/>
                  <a:pt x="8302054" y="1725105"/>
                </a:cubicBezTo>
                <a:cubicBezTo>
                  <a:pt x="8579930" y="1421702"/>
                  <a:pt x="8905177" y="1109282"/>
                  <a:pt x="9247568" y="1045528"/>
                </a:cubicBezTo>
                <a:cubicBezTo>
                  <a:pt x="9601771" y="979551"/>
                  <a:pt x="9865551" y="1157224"/>
                  <a:pt x="10032365" y="1332167"/>
                </a:cubicBezTo>
                <a:cubicBezTo>
                  <a:pt x="10320210" y="1631760"/>
                  <a:pt x="10422192" y="1988503"/>
                  <a:pt x="10694988" y="2359851"/>
                </a:cubicBezTo>
                <a:cubicBezTo>
                  <a:pt x="10766489" y="2457196"/>
                  <a:pt x="10857167" y="2558161"/>
                  <a:pt x="10962195" y="2657983"/>
                </a:cubicBezTo>
                <a:cubicBezTo>
                  <a:pt x="11253089" y="2934462"/>
                  <a:pt x="11667680" y="3188970"/>
                  <a:pt x="12192000" y="321932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0" name="Vrije vorm: vorm 29">
            <a:extLst>
              <a:ext uri="{FF2B5EF4-FFF2-40B4-BE49-F238E27FC236}">
                <a16:creationId xmlns:a16="http://schemas.microsoft.com/office/drawing/2014/main" id="{76294336-CDED-96B7-003D-E679953A8F8F}"/>
              </a:ext>
            </a:extLst>
          </p:cNvPr>
          <p:cNvSpPr/>
          <p:nvPr/>
        </p:nvSpPr>
        <p:spPr>
          <a:xfrm>
            <a:off x="1650" y="1163448"/>
            <a:ext cx="12192063" cy="4305601"/>
          </a:xfrm>
          <a:custGeom>
            <a:avLst/>
            <a:gdLst>
              <a:gd name="connsiteX0" fmla="*/ 0 w 12192063"/>
              <a:gd name="connsiteY0" fmla="*/ 0 h 4305601"/>
              <a:gd name="connsiteX1" fmla="*/ 2748090 w 12192063"/>
              <a:gd name="connsiteY1" fmla="*/ 1501204 h 4305601"/>
              <a:gd name="connsiteX2" fmla="*/ 3659188 w 12192063"/>
              <a:gd name="connsiteY2" fmla="*/ 3284284 h 4305601"/>
              <a:gd name="connsiteX3" fmla="*/ 5258181 w 12192063"/>
              <a:gd name="connsiteY3" fmla="*/ 4301554 h 4305601"/>
              <a:gd name="connsiteX4" fmla="*/ 6302312 w 12192063"/>
              <a:gd name="connsiteY4" fmla="*/ 3646424 h 4305601"/>
              <a:gd name="connsiteX5" fmla="*/ 7870571 w 12192063"/>
              <a:gd name="connsiteY5" fmla="*/ 2328291 h 4305601"/>
              <a:gd name="connsiteX6" fmla="*/ 8356664 w 12192063"/>
              <a:gd name="connsiteY6" fmla="*/ 1788541 h 4305601"/>
              <a:gd name="connsiteX7" fmla="*/ 9286748 w 12192063"/>
              <a:gd name="connsiteY7" fmla="*/ 1099566 h 4305601"/>
              <a:gd name="connsiteX8" fmla="*/ 10063988 w 12192063"/>
              <a:gd name="connsiteY8" fmla="*/ 1339977 h 4305601"/>
              <a:gd name="connsiteX9" fmla="*/ 10754741 w 12192063"/>
              <a:gd name="connsiteY9" fmla="*/ 2277745 h 4305601"/>
              <a:gd name="connsiteX10" fmla="*/ 11028235 w 12192063"/>
              <a:gd name="connsiteY10" fmla="*/ 2554415 h 4305601"/>
              <a:gd name="connsiteX11" fmla="*/ 12192064 w 12192063"/>
              <a:gd name="connsiteY11" fmla="*/ 3073464 h 430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63" h="4305601">
                <a:moveTo>
                  <a:pt x="0" y="0"/>
                </a:moveTo>
                <a:cubicBezTo>
                  <a:pt x="1070102" y="15367"/>
                  <a:pt x="2131251" y="616776"/>
                  <a:pt x="2748090" y="1501204"/>
                </a:cubicBezTo>
                <a:cubicBezTo>
                  <a:pt x="3133535" y="2053781"/>
                  <a:pt x="3305239" y="2716530"/>
                  <a:pt x="3659188" y="3284284"/>
                </a:cubicBezTo>
                <a:cubicBezTo>
                  <a:pt x="4013518" y="3852418"/>
                  <a:pt x="4628896" y="4356037"/>
                  <a:pt x="5258181" y="4301554"/>
                </a:cubicBezTo>
                <a:cubicBezTo>
                  <a:pt x="5714683" y="4260660"/>
                  <a:pt x="6000941" y="3920490"/>
                  <a:pt x="6302312" y="3646424"/>
                </a:cubicBezTo>
                <a:cubicBezTo>
                  <a:pt x="6648450" y="3331655"/>
                  <a:pt x="7337108" y="2909189"/>
                  <a:pt x="7870571" y="2328291"/>
                </a:cubicBezTo>
                <a:cubicBezTo>
                  <a:pt x="8031734" y="2152777"/>
                  <a:pt x="8191755" y="1968881"/>
                  <a:pt x="8356664" y="1788541"/>
                </a:cubicBezTo>
                <a:cubicBezTo>
                  <a:pt x="8632317" y="1486726"/>
                  <a:pt x="8950706" y="1172718"/>
                  <a:pt x="9286748" y="1099566"/>
                </a:cubicBezTo>
                <a:cubicBezTo>
                  <a:pt x="9633521" y="1024001"/>
                  <a:pt x="9894824" y="1183132"/>
                  <a:pt x="10063988" y="1339977"/>
                </a:cubicBezTo>
                <a:cubicBezTo>
                  <a:pt x="10355897" y="1608582"/>
                  <a:pt x="10472230" y="1934528"/>
                  <a:pt x="10754741" y="2277745"/>
                </a:cubicBezTo>
                <a:cubicBezTo>
                  <a:pt x="10828845" y="2367788"/>
                  <a:pt x="10921682" y="2461387"/>
                  <a:pt x="11028235" y="2554415"/>
                </a:cubicBezTo>
                <a:cubicBezTo>
                  <a:pt x="11310556" y="2800922"/>
                  <a:pt x="11702605" y="3030855"/>
                  <a:pt x="12192064" y="3073464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343AA870-A869-7D04-BD3D-7E66D5F415FD}"/>
              </a:ext>
            </a:extLst>
          </p:cNvPr>
          <p:cNvSpPr/>
          <p:nvPr/>
        </p:nvSpPr>
        <p:spPr>
          <a:xfrm>
            <a:off x="1650" y="1169464"/>
            <a:ext cx="12191936" cy="4239500"/>
          </a:xfrm>
          <a:custGeom>
            <a:avLst/>
            <a:gdLst>
              <a:gd name="connsiteX0" fmla="*/ 0 w 12191936"/>
              <a:gd name="connsiteY0" fmla="*/ 270 h 4239500"/>
              <a:gd name="connsiteX1" fmla="*/ 2878455 w 12191936"/>
              <a:gd name="connsiteY1" fmla="*/ 1512396 h 4239500"/>
              <a:gd name="connsiteX2" fmla="*/ 3772408 w 12191936"/>
              <a:gd name="connsiteY2" fmla="*/ 3241184 h 4239500"/>
              <a:gd name="connsiteX3" fmla="*/ 5324983 w 12191936"/>
              <a:gd name="connsiteY3" fmla="*/ 4236673 h 4239500"/>
              <a:gd name="connsiteX4" fmla="*/ 6340285 w 12191936"/>
              <a:gd name="connsiteY4" fmla="*/ 3626502 h 4239500"/>
              <a:gd name="connsiteX5" fmla="*/ 7925626 w 12191936"/>
              <a:gd name="connsiteY5" fmla="*/ 2381647 h 4239500"/>
              <a:gd name="connsiteX6" fmla="*/ 8411083 w 12191936"/>
              <a:gd name="connsiteY6" fmla="*/ 1849708 h 4239500"/>
              <a:gd name="connsiteX7" fmla="*/ 9325737 w 12191936"/>
              <a:gd name="connsiteY7" fmla="*/ 1151335 h 4239500"/>
              <a:gd name="connsiteX8" fmla="*/ 10095420 w 12191936"/>
              <a:gd name="connsiteY8" fmla="*/ 1345581 h 4239500"/>
              <a:gd name="connsiteX9" fmla="*/ 10814304 w 12191936"/>
              <a:gd name="connsiteY9" fmla="*/ 2193433 h 4239500"/>
              <a:gd name="connsiteX10" fmla="*/ 11094085 w 12191936"/>
              <a:gd name="connsiteY10" fmla="*/ 2448576 h 4239500"/>
              <a:gd name="connsiteX11" fmla="*/ 12191937 w 12191936"/>
              <a:gd name="connsiteY11" fmla="*/ 2924001 h 423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36" h="4239500">
                <a:moveTo>
                  <a:pt x="0" y="270"/>
                </a:moveTo>
                <a:cubicBezTo>
                  <a:pt x="1114552" y="-14716"/>
                  <a:pt x="2233168" y="594757"/>
                  <a:pt x="2878455" y="1512396"/>
                </a:cubicBezTo>
                <a:cubicBezTo>
                  <a:pt x="3255391" y="2048399"/>
                  <a:pt x="3426270" y="2690702"/>
                  <a:pt x="3772408" y="3241184"/>
                </a:cubicBezTo>
                <a:cubicBezTo>
                  <a:pt x="4118991" y="3792109"/>
                  <a:pt x="4715320" y="4281250"/>
                  <a:pt x="5324983" y="4236673"/>
                </a:cubicBezTo>
                <a:cubicBezTo>
                  <a:pt x="5767134" y="4202891"/>
                  <a:pt x="6046153" y="3882470"/>
                  <a:pt x="6340285" y="3626502"/>
                </a:cubicBezTo>
                <a:cubicBezTo>
                  <a:pt x="6678422" y="3332306"/>
                  <a:pt x="7390765" y="2946607"/>
                  <a:pt x="7925626" y="2381647"/>
                </a:cubicBezTo>
                <a:cubicBezTo>
                  <a:pt x="8087868" y="2210261"/>
                  <a:pt x="8247634" y="2028905"/>
                  <a:pt x="8411083" y="1849708"/>
                </a:cubicBezTo>
                <a:cubicBezTo>
                  <a:pt x="8684578" y="1549543"/>
                  <a:pt x="8996108" y="1234012"/>
                  <a:pt x="9325737" y="1151335"/>
                </a:cubicBezTo>
                <a:cubicBezTo>
                  <a:pt x="9664954" y="1066245"/>
                  <a:pt x="9923590" y="1207088"/>
                  <a:pt x="10095420" y="1345581"/>
                </a:cubicBezTo>
                <a:cubicBezTo>
                  <a:pt x="10390822" y="1583770"/>
                  <a:pt x="10522077" y="1878283"/>
                  <a:pt x="10814304" y="2193433"/>
                </a:cubicBezTo>
                <a:cubicBezTo>
                  <a:pt x="10891076" y="2276174"/>
                  <a:pt x="10985944" y="2362343"/>
                  <a:pt x="11094085" y="2448576"/>
                </a:cubicBezTo>
                <a:cubicBezTo>
                  <a:pt x="11367071" y="2666381"/>
                  <a:pt x="11736705" y="2872312"/>
                  <a:pt x="12191937" y="2924001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31DBFC66-E5B0-D577-00ED-9640D30CF99C}"/>
              </a:ext>
            </a:extLst>
          </p:cNvPr>
          <p:cNvSpPr/>
          <p:nvPr/>
        </p:nvSpPr>
        <p:spPr>
          <a:xfrm>
            <a:off x="1650" y="1175804"/>
            <a:ext cx="12192000" cy="4173376"/>
          </a:xfrm>
          <a:custGeom>
            <a:avLst/>
            <a:gdLst>
              <a:gd name="connsiteX0" fmla="*/ 0 w 12192000"/>
              <a:gd name="connsiteY0" fmla="*/ 2439 h 4173376"/>
              <a:gd name="connsiteX1" fmla="*/ 3008884 w 12192000"/>
              <a:gd name="connsiteY1" fmla="*/ 1523327 h 4173376"/>
              <a:gd name="connsiteX2" fmla="*/ 3885756 w 12192000"/>
              <a:gd name="connsiteY2" fmla="*/ 3197886 h 4173376"/>
              <a:gd name="connsiteX3" fmla="*/ 5391976 w 12192000"/>
              <a:gd name="connsiteY3" fmla="*/ 4171595 h 4173376"/>
              <a:gd name="connsiteX4" fmla="*/ 6378448 w 12192000"/>
              <a:gd name="connsiteY4" fmla="*/ 3606445 h 4173376"/>
              <a:gd name="connsiteX5" fmla="*/ 7980871 w 12192000"/>
              <a:gd name="connsiteY5" fmla="*/ 2434806 h 4173376"/>
              <a:gd name="connsiteX6" fmla="*/ 8465756 w 12192000"/>
              <a:gd name="connsiteY6" fmla="*/ 1910804 h 4173376"/>
              <a:gd name="connsiteX7" fmla="*/ 9364980 w 12192000"/>
              <a:gd name="connsiteY7" fmla="*/ 1202970 h 4173376"/>
              <a:gd name="connsiteX8" fmla="*/ 10127107 w 12192000"/>
              <a:gd name="connsiteY8" fmla="*/ 1350988 h 4173376"/>
              <a:gd name="connsiteX9" fmla="*/ 10874121 w 12192000"/>
              <a:gd name="connsiteY9" fmla="*/ 2108924 h 4173376"/>
              <a:gd name="connsiteX10" fmla="*/ 11160189 w 12192000"/>
              <a:gd name="connsiteY10" fmla="*/ 2342604 h 4173376"/>
              <a:gd name="connsiteX11" fmla="*/ 12192000 w 12192000"/>
              <a:gd name="connsiteY11" fmla="*/ 2773452 h 417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173376">
                <a:moveTo>
                  <a:pt x="0" y="2439"/>
                </a:moveTo>
                <a:cubicBezTo>
                  <a:pt x="1158304" y="-43853"/>
                  <a:pt x="2334832" y="572732"/>
                  <a:pt x="3008884" y="1523327"/>
                </a:cubicBezTo>
                <a:cubicBezTo>
                  <a:pt x="3377248" y="2042821"/>
                  <a:pt x="3547364" y="2664549"/>
                  <a:pt x="3885756" y="3197886"/>
                </a:cubicBezTo>
                <a:cubicBezTo>
                  <a:pt x="4224592" y="3731667"/>
                  <a:pt x="4801934" y="4206202"/>
                  <a:pt x="5391976" y="4171595"/>
                </a:cubicBezTo>
                <a:cubicBezTo>
                  <a:pt x="5819775" y="4144988"/>
                  <a:pt x="6091555" y="3844189"/>
                  <a:pt x="6378448" y="3606445"/>
                </a:cubicBezTo>
                <a:cubicBezTo>
                  <a:pt x="6708585" y="3332823"/>
                  <a:pt x="7444740" y="2983954"/>
                  <a:pt x="7980871" y="2434806"/>
                </a:cubicBezTo>
                <a:cubicBezTo>
                  <a:pt x="8144193" y="2267547"/>
                  <a:pt x="8303768" y="2088795"/>
                  <a:pt x="8465756" y="1910804"/>
                </a:cubicBezTo>
                <a:cubicBezTo>
                  <a:pt x="8737092" y="1612227"/>
                  <a:pt x="9041702" y="1295172"/>
                  <a:pt x="9364980" y="1202970"/>
                </a:cubicBezTo>
                <a:cubicBezTo>
                  <a:pt x="9696704" y="1108418"/>
                  <a:pt x="9952990" y="1230592"/>
                  <a:pt x="10127107" y="1350988"/>
                </a:cubicBezTo>
                <a:cubicBezTo>
                  <a:pt x="10426637" y="1558189"/>
                  <a:pt x="10572179" y="1821904"/>
                  <a:pt x="10874121" y="2108924"/>
                </a:cubicBezTo>
                <a:cubicBezTo>
                  <a:pt x="10953496" y="2184426"/>
                  <a:pt x="11050460" y="2263102"/>
                  <a:pt x="11160189" y="2342604"/>
                </a:cubicBezTo>
                <a:cubicBezTo>
                  <a:pt x="11423079" y="2533041"/>
                  <a:pt x="11770169" y="2715730"/>
                  <a:pt x="12192000" y="277345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3" name="Vrije vorm: vorm 32">
            <a:extLst>
              <a:ext uri="{FF2B5EF4-FFF2-40B4-BE49-F238E27FC236}">
                <a16:creationId xmlns:a16="http://schemas.microsoft.com/office/drawing/2014/main" id="{2353830E-3379-8A5F-2E61-F570555447A6}"/>
              </a:ext>
            </a:extLst>
          </p:cNvPr>
          <p:cNvSpPr/>
          <p:nvPr/>
        </p:nvSpPr>
        <p:spPr>
          <a:xfrm>
            <a:off x="1650" y="1182100"/>
            <a:ext cx="12192063" cy="4107512"/>
          </a:xfrm>
          <a:custGeom>
            <a:avLst/>
            <a:gdLst>
              <a:gd name="connsiteX0" fmla="*/ 0 w 12192063"/>
              <a:gd name="connsiteY0" fmla="*/ 6620 h 4107512"/>
              <a:gd name="connsiteX1" fmla="*/ 3139250 w 12192063"/>
              <a:gd name="connsiteY1" fmla="*/ 1534303 h 4107512"/>
              <a:gd name="connsiteX2" fmla="*/ 3998976 w 12192063"/>
              <a:gd name="connsiteY2" fmla="*/ 3154633 h 4107512"/>
              <a:gd name="connsiteX3" fmla="*/ 5458841 w 12192063"/>
              <a:gd name="connsiteY3" fmla="*/ 4106561 h 4107512"/>
              <a:gd name="connsiteX4" fmla="*/ 6416485 w 12192063"/>
              <a:gd name="connsiteY4" fmla="*/ 3586369 h 4107512"/>
              <a:gd name="connsiteX5" fmla="*/ 8036052 w 12192063"/>
              <a:gd name="connsiteY5" fmla="*/ 2488010 h 4107512"/>
              <a:gd name="connsiteX6" fmla="*/ 8520303 w 12192063"/>
              <a:gd name="connsiteY6" fmla="*/ 1971882 h 4107512"/>
              <a:gd name="connsiteX7" fmla="*/ 9404159 w 12192063"/>
              <a:gd name="connsiteY7" fmla="*/ 1254649 h 4107512"/>
              <a:gd name="connsiteX8" fmla="*/ 10158667 w 12192063"/>
              <a:gd name="connsiteY8" fmla="*/ 1356503 h 4107512"/>
              <a:gd name="connsiteX9" fmla="*/ 10933875 w 12192063"/>
              <a:gd name="connsiteY9" fmla="*/ 2024523 h 4107512"/>
              <a:gd name="connsiteX10" fmla="*/ 11226229 w 12192063"/>
              <a:gd name="connsiteY10" fmla="*/ 2236740 h 4107512"/>
              <a:gd name="connsiteX11" fmla="*/ 12192064 w 12192063"/>
              <a:gd name="connsiteY11" fmla="*/ 2622376 h 4107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63" h="4107512">
                <a:moveTo>
                  <a:pt x="0" y="6620"/>
                </a:moveTo>
                <a:cubicBezTo>
                  <a:pt x="1201230" y="-71675"/>
                  <a:pt x="2436241" y="550942"/>
                  <a:pt x="3139250" y="1534303"/>
                </a:cubicBezTo>
                <a:cubicBezTo>
                  <a:pt x="3498850" y="2037350"/>
                  <a:pt x="3668395" y="2638505"/>
                  <a:pt x="3998976" y="3154633"/>
                </a:cubicBezTo>
                <a:cubicBezTo>
                  <a:pt x="4330065" y="3671269"/>
                  <a:pt x="4888357" y="4131263"/>
                  <a:pt x="5458841" y="4106561"/>
                </a:cubicBezTo>
                <a:cubicBezTo>
                  <a:pt x="5872353" y="4087066"/>
                  <a:pt x="6136894" y="3805952"/>
                  <a:pt x="6416485" y="3586369"/>
                </a:cubicBezTo>
                <a:cubicBezTo>
                  <a:pt x="6738684" y="3333322"/>
                  <a:pt x="7498588" y="3021346"/>
                  <a:pt x="8036052" y="2488010"/>
                </a:cubicBezTo>
                <a:cubicBezTo>
                  <a:pt x="8200518" y="2324815"/>
                  <a:pt x="8359775" y="2148729"/>
                  <a:pt x="8520303" y="1971882"/>
                </a:cubicBezTo>
                <a:cubicBezTo>
                  <a:pt x="8789480" y="1674892"/>
                  <a:pt x="9087168" y="1356376"/>
                  <a:pt x="9404159" y="1254649"/>
                </a:cubicBezTo>
                <a:cubicBezTo>
                  <a:pt x="9728327" y="1150573"/>
                  <a:pt x="9982264" y="1254078"/>
                  <a:pt x="10158667" y="1356503"/>
                </a:cubicBezTo>
                <a:cubicBezTo>
                  <a:pt x="10462260" y="1532716"/>
                  <a:pt x="10622217" y="1765570"/>
                  <a:pt x="10933875" y="2024523"/>
                </a:cubicBezTo>
                <a:cubicBezTo>
                  <a:pt x="11015980" y="2092722"/>
                  <a:pt x="11114913" y="2164033"/>
                  <a:pt x="11226229" y="2236740"/>
                </a:cubicBezTo>
                <a:cubicBezTo>
                  <a:pt x="11478133" y="2401269"/>
                  <a:pt x="11802872" y="2561479"/>
                  <a:pt x="12192064" y="2622376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4" name="Vrije vorm: vorm 33">
            <a:extLst>
              <a:ext uri="{FF2B5EF4-FFF2-40B4-BE49-F238E27FC236}">
                <a16:creationId xmlns:a16="http://schemas.microsoft.com/office/drawing/2014/main" id="{704E3390-F210-C6CC-F78E-18D0575FEF4B}"/>
              </a:ext>
            </a:extLst>
          </p:cNvPr>
          <p:cNvSpPr/>
          <p:nvPr/>
        </p:nvSpPr>
        <p:spPr>
          <a:xfrm>
            <a:off x="1650" y="1188316"/>
            <a:ext cx="12192000" cy="4041902"/>
          </a:xfrm>
          <a:custGeom>
            <a:avLst/>
            <a:gdLst>
              <a:gd name="connsiteX0" fmla="*/ 0 w 12192000"/>
              <a:gd name="connsiteY0" fmla="*/ 12660 h 4041902"/>
              <a:gd name="connsiteX1" fmla="*/ 3269615 w 12192000"/>
              <a:gd name="connsiteY1" fmla="*/ 1545359 h 4041902"/>
              <a:gd name="connsiteX2" fmla="*/ 4112260 w 12192000"/>
              <a:gd name="connsiteY2" fmla="*/ 3111396 h 4041902"/>
              <a:gd name="connsiteX3" fmla="*/ 5525707 w 12192000"/>
              <a:gd name="connsiteY3" fmla="*/ 4041544 h 4041902"/>
              <a:gd name="connsiteX4" fmla="*/ 6454521 w 12192000"/>
              <a:gd name="connsiteY4" fmla="*/ 3566310 h 4041902"/>
              <a:gd name="connsiteX5" fmla="*/ 8091170 w 12192000"/>
              <a:gd name="connsiteY5" fmla="*/ 2541230 h 4041902"/>
              <a:gd name="connsiteX6" fmla="*/ 8574786 w 12192000"/>
              <a:gd name="connsiteY6" fmla="*/ 2032976 h 4041902"/>
              <a:gd name="connsiteX7" fmla="*/ 9443212 w 12192000"/>
              <a:gd name="connsiteY7" fmla="*/ 1306345 h 4041902"/>
              <a:gd name="connsiteX8" fmla="*/ 10190163 w 12192000"/>
              <a:gd name="connsiteY8" fmla="*/ 1361971 h 4041902"/>
              <a:gd name="connsiteX9" fmla="*/ 10993501 w 12192000"/>
              <a:gd name="connsiteY9" fmla="*/ 1940075 h 4041902"/>
              <a:gd name="connsiteX10" fmla="*/ 11292142 w 12192000"/>
              <a:gd name="connsiteY10" fmla="*/ 2130829 h 4041902"/>
              <a:gd name="connsiteX11" fmla="*/ 12192000 w 12192000"/>
              <a:gd name="connsiteY11" fmla="*/ 2471062 h 4041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4041902">
                <a:moveTo>
                  <a:pt x="0" y="12660"/>
                </a:moveTo>
                <a:cubicBezTo>
                  <a:pt x="1243394" y="-98338"/>
                  <a:pt x="2537270" y="529486"/>
                  <a:pt x="3269615" y="1545359"/>
                </a:cubicBezTo>
                <a:cubicBezTo>
                  <a:pt x="3620452" y="2032023"/>
                  <a:pt x="3789426" y="2612477"/>
                  <a:pt x="4112260" y="3111396"/>
                </a:cubicBezTo>
                <a:cubicBezTo>
                  <a:pt x="4435539" y="3610824"/>
                  <a:pt x="4974844" y="4056340"/>
                  <a:pt x="5525707" y="4041544"/>
                </a:cubicBezTo>
                <a:cubicBezTo>
                  <a:pt x="5924868" y="4029225"/>
                  <a:pt x="6182297" y="3767732"/>
                  <a:pt x="6454521" y="3566310"/>
                </a:cubicBezTo>
                <a:cubicBezTo>
                  <a:pt x="6768783" y="3333837"/>
                  <a:pt x="7552436" y="3058755"/>
                  <a:pt x="8091170" y="2541230"/>
                </a:cubicBezTo>
                <a:cubicBezTo>
                  <a:pt x="8256715" y="2382226"/>
                  <a:pt x="8415718" y="2208680"/>
                  <a:pt x="8574786" y="2032976"/>
                </a:cubicBezTo>
                <a:cubicBezTo>
                  <a:pt x="8841804" y="1737574"/>
                  <a:pt x="9132570" y="1417661"/>
                  <a:pt x="9443212" y="1306345"/>
                </a:cubicBezTo>
                <a:cubicBezTo>
                  <a:pt x="9759887" y="1192807"/>
                  <a:pt x="10011473" y="1277643"/>
                  <a:pt x="10190163" y="1361971"/>
                </a:cubicBezTo>
                <a:cubicBezTo>
                  <a:pt x="10497883" y="1507196"/>
                  <a:pt x="10672255" y="1709189"/>
                  <a:pt x="10993501" y="1940075"/>
                </a:cubicBezTo>
                <a:cubicBezTo>
                  <a:pt x="11078210" y="2000972"/>
                  <a:pt x="11179175" y="2064853"/>
                  <a:pt x="11292142" y="2130829"/>
                </a:cubicBezTo>
                <a:cubicBezTo>
                  <a:pt x="11532298" y="2271037"/>
                  <a:pt x="11834558" y="2409531"/>
                  <a:pt x="12192000" y="247106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5" name="Vrije vorm: vorm 34">
            <a:extLst>
              <a:ext uri="{FF2B5EF4-FFF2-40B4-BE49-F238E27FC236}">
                <a16:creationId xmlns:a16="http://schemas.microsoft.com/office/drawing/2014/main" id="{D71A894A-3584-3DA0-520D-764956EC50A5}"/>
              </a:ext>
            </a:extLst>
          </p:cNvPr>
          <p:cNvSpPr/>
          <p:nvPr/>
        </p:nvSpPr>
        <p:spPr>
          <a:xfrm>
            <a:off x="1650" y="1194524"/>
            <a:ext cx="12191936" cy="3976597"/>
          </a:xfrm>
          <a:custGeom>
            <a:avLst/>
            <a:gdLst>
              <a:gd name="connsiteX0" fmla="*/ 0 w 12191936"/>
              <a:gd name="connsiteY0" fmla="*/ 20422 h 3976597"/>
              <a:gd name="connsiteX1" fmla="*/ 3399981 w 12191936"/>
              <a:gd name="connsiteY1" fmla="*/ 1556360 h 3976597"/>
              <a:gd name="connsiteX2" fmla="*/ 4225481 w 12191936"/>
              <a:gd name="connsiteY2" fmla="*/ 3068168 h 3976597"/>
              <a:gd name="connsiteX3" fmla="*/ 5592572 w 12191936"/>
              <a:gd name="connsiteY3" fmla="*/ 3976535 h 3976597"/>
              <a:gd name="connsiteX4" fmla="*/ 6492558 w 12191936"/>
              <a:gd name="connsiteY4" fmla="*/ 3546323 h 3976597"/>
              <a:gd name="connsiteX5" fmla="*/ 8146352 w 12191936"/>
              <a:gd name="connsiteY5" fmla="*/ 2594521 h 3976597"/>
              <a:gd name="connsiteX6" fmla="*/ 8629332 w 12191936"/>
              <a:gd name="connsiteY6" fmla="*/ 2094141 h 3976597"/>
              <a:gd name="connsiteX7" fmla="*/ 9482392 w 12191936"/>
              <a:gd name="connsiteY7" fmla="*/ 1358049 h 3976597"/>
              <a:gd name="connsiteX8" fmla="*/ 10221785 w 12191936"/>
              <a:gd name="connsiteY8" fmla="*/ 1367511 h 3976597"/>
              <a:gd name="connsiteX9" fmla="*/ 11053255 w 12191936"/>
              <a:gd name="connsiteY9" fmla="*/ 1855699 h 3976597"/>
              <a:gd name="connsiteX10" fmla="*/ 11358118 w 12191936"/>
              <a:gd name="connsiteY10" fmla="*/ 2024926 h 3976597"/>
              <a:gd name="connsiteX11" fmla="*/ 12191937 w 12191936"/>
              <a:gd name="connsiteY11" fmla="*/ 2320011 h 3976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36" h="3976597">
                <a:moveTo>
                  <a:pt x="0" y="20422"/>
                </a:moveTo>
                <a:cubicBezTo>
                  <a:pt x="1284859" y="-123914"/>
                  <a:pt x="2638044" y="508229"/>
                  <a:pt x="3399981" y="1556360"/>
                </a:cubicBezTo>
                <a:cubicBezTo>
                  <a:pt x="3741928" y="2026704"/>
                  <a:pt x="3910457" y="2586457"/>
                  <a:pt x="4225481" y="3068168"/>
                </a:cubicBezTo>
                <a:cubicBezTo>
                  <a:pt x="4541012" y="3550450"/>
                  <a:pt x="5061331" y="3982568"/>
                  <a:pt x="5592572" y="3976535"/>
                </a:cubicBezTo>
                <a:cubicBezTo>
                  <a:pt x="5977382" y="3972154"/>
                  <a:pt x="6227763" y="3729457"/>
                  <a:pt x="6492558" y="3546323"/>
                </a:cubicBezTo>
                <a:cubicBezTo>
                  <a:pt x="6799009" y="3334360"/>
                  <a:pt x="7606411" y="3096298"/>
                  <a:pt x="8146352" y="2594521"/>
                </a:cubicBezTo>
                <a:cubicBezTo>
                  <a:pt x="8313039" y="2439645"/>
                  <a:pt x="8471726" y="2268703"/>
                  <a:pt x="8629332" y="2094141"/>
                </a:cubicBezTo>
                <a:cubicBezTo>
                  <a:pt x="8894191" y="1800390"/>
                  <a:pt x="9178100" y="1479017"/>
                  <a:pt x="9482392" y="1358049"/>
                </a:cubicBezTo>
                <a:cubicBezTo>
                  <a:pt x="9791573" y="1235177"/>
                  <a:pt x="10040810" y="1301217"/>
                  <a:pt x="10221785" y="1367511"/>
                </a:cubicBezTo>
                <a:cubicBezTo>
                  <a:pt x="10533634" y="1481747"/>
                  <a:pt x="10722483" y="1652880"/>
                  <a:pt x="11053255" y="1855699"/>
                </a:cubicBezTo>
                <a:cubicBezTo>
                  <a:pt x="11140694" y="1909293"/>
                  <a:pt x="11243564" y="1965808"/>
                  <a:pt x="11358118" y="2024926"/>
                </a:cubicBezTo>
                <a:cubicBezTo>
                  <a:pt x="11585639" y="2142338"/>
                  <a:pt x="11865546" y="2260321"/>
                  <a:pt x="12191937" y="2320011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D5254BB6-2D91-51E9-FDFB-A0A594FA0786}"/>
              </a:ext>
            </a:extLst>
          </p:cNvPr>
          <p:cNvSpPr/>
          <p:nvPr/>
        </p:nvSpPr>
        <p:spPr>
          <a:xfrm>
            <a:off x="1650" y="1200692"/>
            <a:ext cx="12192063" cy="3911656"/>
          </a:xfrm>
          <a:custGeom>
            <a:avLst/>
            <a:gdLst>
              <a:gd name="connsiteX0" fmla="*/ 0 w 12192063"/>
              <a:gd name="connsiteY0" fmla="*/ 29748 h 3911656"/>
              <a:gd name="connsiteX1" fmla="*/ 3747 w 12192063"/>
              <a:gd name="connsiteY1" fmla="*/ 29240 h 3911656"/>
              <a:gd name="connsiteX2" fmla="*/ 3530410 w 12192063"/>
              <a:gd name="connsiteY2" fmla="*/ 1567464 h 3911656"/>
              <a:gd name="connsiteX3" fmla="*/ 4338828 w 12192063"/>
              <a:gd name="connsiteY3" fmla="*/ 3025043 h 3911656"/>
              <a:gd name="connsiteX4" fmla="*/ 5659501 w 12192063"/>
              <a:gd name="connsiteY4" fmla="*/ 3911630 h 3911656"/>
              <a:gd name="connsiteX5" fmla="*/ 6530658 w 12192063"/>
              <a:gd name="connsiteY5" fmla="*/ 3526375 h 3911656"/>
              <a:gd name="connsiteX6" fmla="*/ 8201597 w 12192063"/>
              <a:gd name="connsiteY6" fmla="*/ 2647790 h 3911656"/>
              <a:gd name="connsiteX7" fmla="*/ 8684006 w 12192063"/>
              <a:gd name="connsiteY7" fmla="*/ 2155284 h 3911656"/>
              <a:gd name="connsiteX8" fmla="*/ 9521634 w 12192063"/>
              <a:gd name="connsiteY8" fmla="*/ 1409794 h 3911656"/>
              <a:gd name="connsiteX9" fmla="*/ 10253408 w 12192063"/>
              <a:gd name="connsiteY9" fmla="*/ 1373027 h 3911656"/>
              <a:gd name="connsiteX10" fmla="*/ 11113071 w 12192063"/>
              <a:gd name="connsiteY10" fmla="*/ 1771299 h 3911656"/>
              <a:gd name="connsiteX11" fmla="*/ 11424221 w 12192063"/>
              <a:gd name="connsiteY11" fmla="*/ 1919063 h 3911656"/>
              <a:gd name="connsiteX12" fmla="*/ 12192064 w 12192063"/>
              <a:gd name="connsiteY12" fmla="*/ 2169825 h 391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63" h="3911656">
                <a:moveTo>
                  <a:pt x="0" y="29748"/>
                </a:moveTo>
                <a:cubicBezTo>
                  <a:pt x="1270" y="29557"/>
                  <a:pt x="2477" y="29430"/>
                  <a:pt x="3747" y="29240"/>
                </a:cubicBezTo>
                <a:cubicBezTo>
                  <a:pt x="1328230" y="-147163"/>
                  <a:pt x="2739136" y="488218"/>
                  <a:pt x="3530410" y="1567464"/>
                </a:cubicBezTo>
                <a:cubicBezTo>
                  <a:pt x="3863340" y="2021616"/>
                  <a:pt x="4031615" y="2560477"/>
                  <a:pt x="4338828" y="3025043"/>
                </a:cubicBezTo>
                <a:cubicBezTo>
                  <a:pt x="4646613" y="3490117"/>
                  <a:pt x="5147882" y="3907756"/>
                  <a:pt x="5659501" y="3911630"/>
                </a:cubicBezTo>
                <a:cubicBezTo>
                  <a:pt x="6029960" y="3914424"/>
                  <a:pt x="6273292" y="3691349"/>
                  <a:pt x="6530658" y="3526375"/>
                </a:cubicBezTo>
                <a:cubicBezTo>
                  <a:pt x="6829298" y="3334923"/>
                  <a:pt x="7660450" y="3133882"/>
                  <a:pt x="8201597" y="2647790"/>
                </a:cubicBezTo>
                <a:cubicBezTo>
                  <a:pt x="8369427" y="2497041"/>
                  <a:pt x="8527859" y="2328702"/>
                  <a:pt x="8684006" y="2155284"/>
                </a:cubicBezTo>
                <a:cubicBezTo>
                  <a:pt x="8946705" y="1863120"/>
                  <a:pt x="9223693" y="1540413"/>
                  <a:pt x="9521634" y="1409794"/>
                </a:cubicBezTo>
                <a:cubicBezTo>
                  <a:pt x="9823323" y="1277523"/>
                  <a:pt x="10070211" y="1324767"/>
                  <a:pt x="10253408" y="1373027"/>
                </a:cubicBezTo>
                <a:cubicBezTo>
                  <a:pt x="10569384" y="1456275"/>
                  <a:pt x="10772712" y="1596483"/>
                  <a:pt x="11113071" y="1771299"/>
                </a:cubicBezTo>
                <a:cubicBezTo>
                  <a:pt x="11203178" y="1817591"/>
                  <a:pt x="11308080" y="1866739"/>
                  <a:pt x="11424221" y="1919063"/>
                </a:cubicBezTo>
                <a:cubicBezTo>
                  <a:pt x="11638217" y="2015457"/>
                  <a:pt x="11895836" y="2113945"/>
                  <a:pt x="12192064" y="2169825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7" name="Vrije vorm: vorm 36">
            <a:extLst>
              <a:ext uri="{FF2B5EF4-FFF2-40B4-BE49-F238E27FC236}">
                <a16:creationId xmlns:a16="http://schemas.microsoft.com/office/drawing/2014/main" id="{11727956-C64D-A362-E7E1-ADA22E44F87F}"/>
              </a:ext>
            </a:extLst>
          </p:cNvPr>
          <p:cNvSpPr/>
          <p:nvPr/>
        </p:nvSpPr>
        <p:spPr>
          <a:xfrm>
            <a:off x="1650" y="1206831"/>
            <a:ext cx="12192000" cy="3847042"/>
          </a:xfrm>
          <a:custGeom>
            <a:avLst/>
            <a:gdLst>
              <a:gd name="connsiteX0" fmla="*/ 0 w 12192000"/>
              <a:gd name="connsiteY0" fmla="*/ 40563 h 3847042"/>
              <a:gd name="connsiteX1" fmla="*/ 86868 w 12192000"/>
              <a:gd name="connsiteY1" fmla="*/ 28181 h 3847042"/>
              <a:gd name="connsiteX2" fmla="*/ 3660712 w 12192000"/>
              <a:gd name="connsiteY2" fmla="*/ 1578533 h 3847042"/>
              <a:gd name="connsiteX3" fmla="*/ 4451985 w 12192000"/>
              <a:gd name="connsiteY3" fmla="*/ 2981820 h 3847042"/>
              <a:gd name="connsiteX4" fmla="*/ 5726303 w 12192000"/>
              <a:gd name="connsiteY4" fmla="*/ 3846690 h 3847042"/>
              <a:gd name="connsiteX5" fmla="*/ 6568630 w 12192000"/>
              <a:gd name="connsiteY5" fmla="*/ 3506457 h 3847042"/>
              <a:gd name="connsiteX6" fmla="*/ 8256651 w 12192000"/>
              <a:gd name="connsiteY6" fmla="*/ 2701150 h 3847042"/>
              <a:gd name="connsiteX7" fmla="*/ 8738426 w 12192000"/>
              <a:gd name="connsiteY7" fmla="*/ 2216518 h 3847042"/>
              <a:gd name="connsiteX8" fmla="*/ 9560623 w 12192000"/>
              <a:gd name="connsiteY8" fmla="*/ 1461630 h 3847042"/>
              <a:gd name="connsiteX9" fmla="*/ 10284905 w 12192000"/>
              <a:gd name="connsiteY9" fmla="*/ 1378635 h 3847042"/>
              <a:gd name="connsiteX10" fmla="*/ 11172698 w 12192000"/>
              <a:gd name="connsiteY10" fmla="*/ 1686991 h 3847042"/>
              <a:gd name="connsiteX11" fmla="*/ 11490134 w 12192000"/>
              <a:gd name="connsiteY11" fmla="*/ 1813293 h 3847042"/>
              <a:gd name="connsiteX12" fmla="*/ 12192000 w 12192000"/>
              <a:gd name="connsiteY12" fmla="*/ 2021065 h 384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3847042">
                <a:moveTo>
                  <a:pt x="0" y="40563"/>
                </a:moveTo>
                <a:cubicBezTo>
                  <a:pt x="28893" y="36055"/>
                  <a:pt x="57849" y="31927"/>
                  <a:pt x="86868" y="28181"/>
                </a:cubicBezTo>
                <a:cubicBezTo>
                  <a:pt x="1427671" y="-144603"/>
                  <a:pt x="2855786" y="490016"/>
                  <a:pt x="3660712" y="1578533"/>
                </a:cubicBezTo>
                <a:cubicBezTo>
                  <a:pt x="3984562" y="2016493"/>
                  <a:pt x="4152583" y="2534526"/>
                  <a:pt x="4451985" y="2981820"/>
                </a:cubicBezTo>
                <a:cubicBezTo>
                  <a:pt x="4752023" y="3429749"/>
                  <a:pt x="5234178" y="3832847"/>
                  <a:pt x="5726303" y="3846690"/>
                </a:cubicBezTo>
                <a:cubicBezTo>
                  <a:pt x="6082411" y="3856659"/>
                  <a:pt x="6318758" y="3653205"/>
                  <a:pt x="6568630" y="3506457"/>
                </a:cubicBezTo>
                <a:cubicBezTo>
                  <a:pt x="6859588" y="3335578"/>
                  <a:pt x="7714361" y="3171558"/>
                  <a:pt x="8256651" y="2701150"/>
                </a:cubicBezTo>
                <a:cubicBezTo>
                  <a:pt x="8425625" y="2554592"/>
                  <a:pt x="8583740" y="2388793"/>
                  <a:pt x="8738426" y="2216518"/>
                </a:cubicBezTo>
                <a:cubicBezTo>
                  <a:pt x="8998966" y="1925942"/>
                  <a:pt x="9269095" y="1601965"/>
                  <a:pt x="9560623" y="1461630"/>
                </a:cubicBezTo>
                <a:cubicBezTo>
                  <a:pt x="9854819" y="1320025"/>
                  <a:pt x="10099357" y="1348409"/>
                  <a:pt x="10284905" y="1378635"/>
                </a:cubicBezTo>
                <a:cubicBezTo>
                  <a:pt x="10605008" y="1430832"/>
                  <a:pt x="10822877" y="1540116"/>
                  <a:pt x="11172698" y="1686991"/>
                </a:cubicBezTo>
                <a:cubicBezTo>
                  <a:pt x="11265535" y="1725980"/>
                  <a:pt x="11372342" y="1767763"/>
                  <a:pt x="11490134" y="1813293"/>
                </a:cubicBezTo>
                <a:cubicBezTo>
                  <a:pt x="11689779" y="1890382"/>
                  <a:pt x="11925109" y="1970709"/>
                  <a:pt x="12192000" y="2021065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8" name="Vrije vorm: vorm 37">
            <a:extLst>
              <a:ext uri="{FF2B5EF4-FFF2-40B4-BE49-F238E27FC236}">
                <a16:creationId xmlns:a16="http://schemas.microsoft.com/office/drawing/2014/main" id="{781A299E-8BE9-CCB6-C4A5-1B4B88CAC0C4}"/>
              </a:ext>
            </a:extLst>
          </p:cNvPr>
          <p:cNvSpPr/>
          <p:nvPr/>
        </p:nvSpPr>
        <p:spPr>
          <a:xfrm>
            <a:off x="1650" y="1212945"/>
            <a:ext cx="12191872" cy="3782956"/>
          </a:xfrm>
          <a:custGeom>
            <a:avLst/>
            <a:gdLst>
              <a:gd name="connsiteX0" fmla="*/ 0 w 12191872"/>
              <a:gd name="connsiteY0" fmla="*/ 52738 h 3782956"/>
              <a:gd name="connsiteX1" fmla="*/ 169990 w 12191872"/>
              <a:gd name="connsiteY1" fmla="*/ 27147 h 3782956"/>
              <a:gd name="connsiteX2" fmla="*/ 3791077 w 12191872"/>
              <a:gd name="connsiteY2" fmla="*/ 1589692 h 3782956"/>
              <a:gd name="connsiteX3" fmla="*/ 4565269 w 12191872"/>
              <a:gd name="connsiteY3" fmla="*/ 2938750 h 3782956"/>
              <a:gd name="connsiteX4" fmla="*/ 5793169 w 12191872"/>
              <a:gd name="connsiteY4" fmla="*/ 3781839 h 3782956"/>
              <a:gd name="connsiteX5" fmla="*/ 6606668 w 12191872"/>
              <a:gd name="connsiteY5" fmla="*/ 3486564 h 3782956"/>
              <a:gd name="connsiteX6" fmla="*/ 8311769 w 12191872"/>
              <a:gd name="connsiteY6" fmla="*/ 2754473 h 3782956"/>
              <a:gd name="connsiteX7" fmla="*/ 8792908 w 12191872"/>
              <a:gd name="connsiteY7" fmla="*/ 2277715 h 3782956"/>
              <a:gd name="connsiteX8" fmla="*/ 9599740 w 12191872"/>
              <a:gd name="connsiteY8" fmla="*/ 1513429 h 3782956"/>
              <a:gd name="connsiteX9" fmla="*/ 10316401 w 12191872"/>
              <a:gd name="connsiteY9" fmla="*/ 1384269 h 3782956"/>
              <a:gd name="connsiteX10" fmla="*/ 11232325 w 12191872"/>
              <a:gd name="connsiteY10" fmla="*/ 1602710 h 3782956"/>
              <a:gd name="connsiteX11" fmla="*/ 11556047 w 12191872"/>
              <a:gd name="connsiteY11" fmla="*/ 1707485 h 3782956"/>
              <a:gd name="connsiteX12" fmla="*/ 12191873 w 12191872"/>
              <a:gd name="connsiteY12" fmla="*/ 1874236 h 3782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872" h="3782956">
                <a:moveTo>
                  <a:pt x="0" y="52738"/>
                </a:moveTo>
                <a:cubicBezTo>
                  <a:pt x="56451" y="42768"/>
                  <a:pt x="113157" y="34259"/>
                  <a:pt x="169990" y="27147"/>
                </a:cubicBezTo>
                <a:cubicBezTo>
                  <a:pt x="1527112" y="-142080"/>
                  <a:pt x="2972181" y="492031"/>
                  <a:pt x="3791077" y="1589692"/>
                </a:cubicBezTo>
                <a:cubicBezTo>
                  <a:pt x="4105783" y="2011523"/>
                  <a:pt x="4273614" y="2508601"/>
                  <a:pt x="4565269" y="2938750"/>
                </a:cubicBezTo>
                <a:cubicBezTo>
                  <a:pt x="4857560" y="3369534"/>
                  <a:pt x="5320665" y="3758153"/>
                  <a:pt x="5793169" y="3781839"/>
                </a:cubicBezTo>
                <a:cubicBezTo>
                  <a:pt x="6134926" y="3798984"/>
                  <a:pt x="6364415" y="3615152"/>
                  <a:pt x="6606668" y="3486564"/>
                </a:cubicBezTo>
                <a:cubicBezTo>
                  <a:pt x="6890005" y="3336196"/>
                  <a:pt x="7768463" y="3209259"/>
                  <a:pt x="8311769" y="2754473"/>
                </a:cubicBezTo>
                <a:cubicBezTo>
                  <a:pt x="8481885" y="2612106"/>
                  <a:pt x="8639683" y="2448847"/>
                  <a:pt x="8792908" y="2277715"/>
                </a:cubicBezTo>
                <a:cubicBezTo>
                  <a:pt x="9051290" y="1988789"/>
                  <a:pt x="9314561" y="1663479"/>
                  <a:pt x="9599740" y="1513429"/>
                </a:cubicBezTo>
                <a:cubicBezTo>
                  <a:pt x="9886505" y="1362552"/>
                  <a:pt x="10128631" y="1372014"/>
                  <a:pt x="10316401" y="1384269"/>
                </a:cubicBezTo>
                <a:cubicBezTo>
                  <a:pt x="10640695" y="1405415"/>
                  <a:pt x="10873042" y="1483774"/>
                  <a:pt x="11232325" y="1602710"/>
                </a:cubicBezTo>
                <a:cubicBezTo>
                  <a:pt x="11327829" y="1634333"/>
                  <a:pt x="11436604" y="1668813"/>
                  <a:pt x="11556047" y="1707485"/>
                </a:cubicBezTo>
                <a:cubicBezTo>
                  <a:pt x="11740515" y="1767174"/>
                  <a:pt x="11953557" y="1830674"/>
                  <a:pt x="12191873" y="1874236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39" name="Vrije vorm: vorm 38">
            <a:extLst>
              <a:ext uri="{FF2B5EF4-FFF2-40B4-BE49-F238E27FC236}">
                <a16:creationId xmlns:a16="http://schemas.microsoft.com/office/drawing/2014/main" id="{496B1329-11E6-D2AD-DC65-49538FF4F686}"/>
              </a:ext>
            </a:extLst>
          </p:cNvPr>
          <p:cNvSpPr/>
          <p:nvPr/>
        </p:nvSpPr>
        <p:spPr>
          <a:xfrm>
            <a:off x="1650" y="1219109"/>
            <a:ext cx="12183617" cy="3719359"/>
          </a:xfrm>
          <a:custGeom>
            <a:avLst/>
            <a:gdLst>
              <a:gd name="connsiteX0" fmla="*/ 0 w 12183617"/>
              <a:gd name="connsiteY0" fmla="*/ 66195 h 3719359"/>
              <a:gd name="connsiteX1" fmla="*/ 253175 w 12183617"/>
              <a:gd name="connsiteY1" fmla="*/ 26126 h 3719359"/>
              <a:gd name="connsiteX2" fmla="*/ 3921506 w 12183617"/>
              <a:gd name="connsiteY2" fmla="*/ 1600799 h 3719359"/>
              <a:gd name="connsiteX3" fmla="*/ 4678553 w 12183617"/>
              <a:gd name="connsiteY3" fmla="*/ 2895628 h 3719359"/>
              <a:gd name="connsiteX4" fmla="*/ 5860098 w 12183617"/>
              <a:gd name="connsiteY4" fmla="*/ 3716937 h 3719359"/>
              <a:gd name="connsiteX5" fmla="*/ 6644768 w 12183617"/>
              <a:gd name="connsiteY5" fmla="*/ 3466620 h 3719359"/>
              <a:gd name="connsiteX6" fmla="*/ 8367014 w 12183617"/>
              <a:gd name="connsiteY6" fmla="*/ 2807807 h 3719359"/>
              <a:gd name="connsiteX7" fmla="*/ 8847518 w 12183617"/>
              <a:gd name="connsiteY7" fmla="*/ 2338923 h 3719359"/>
              <a:gd name="connsiteX8" fmla="*/ 9638919 w 12183617"/>
              <a:gd name="connsiteY8" fmla="*/ 1565239 h 3719359"/>
              <a:gd name="connsiteX9" fmla="*/ 10348023 w 12183617"/>
              <a:gd name="connsiteY9" fmla="*/ 1389852 h 3719359"/>
              <a:gd name="connsiteX10" fmla="*/ 11292142 w 12183617"/>
              <a:gd name="connsiteY10" fmla="*/ 1518376 h 3719359"/>
              <a:gd name="connsiteX11" fmla="*/ 11622151 w 12183617"/>
              <a:gd name="connsiteY11" fmla="*/ 1601688 h 3719359"/>
              <a:gd name="connsiteX12" fmla="*/ 12183618 w 12183617"/>
              <a:gd name="connsiteY12" fmla="*/ 1728625 h 3719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3617" h="3719359">
                <a:moveTo>
                  <a:pt x="0" y="66195"/>
                </a:moveTo>
                <a:cubicBezTo>
                  <a:pt x="83884" y="49748"/>
                  <a:pt x="168339" y="36350"/>
                  <a:pt x="253175" y="26126"/>
                </a:cubicBezTo>
                <a:cubicBezTo>
                  <a:pt x="1626553" y="-139545"/>
                  <a:pt x="3088450" y="494185"/>
                  <a:pt x="3921506" y="1600799"/>
                </a:cubicBezTo>
                <a:cubicBezTo>
                  <a:pt x="4226941" y="2006564"/>
                  <a:pt x="4394708" y="2482687"/>
                  <a:pt x="4678553" y="2895628"/>
                </a:cubicBezTo>
                <a:cubicBezTo>
                  <a:pt x="4963097" y="3309267"/>
                  <a:pt x="5407152" y="3683345"/>
                  <a:pt x="5860098" y="3716937"/>
                </a:cubicBezTo>
                <a:cubicBezTo>
                  <a:pt x="6187504" y="3741257"/>
                  <a:pt x="6410198" y="3577046"/>
                  <a:pt x="6644768" y="3466620"/>
                </a:cubicBezTo>
                <a:cubicBezTo>
                  <a:pt x="6920548" y="3336826"/>
                  <a:pt x="7822565" y="3247037"/>
                  <a:pt x="8367014" y="2807807"/>
                </a:cubicBezTo>
                <a:cubicBezTo>
                  <a:pt x="8538337" y="2669568"/>
                  <a:pt x="8695817" y="2508913"/>
                  <a:pt x="8847518" y="2338923"/>
                </a:cubicBezTo>
                <a:cubicBezTo>
                  <a:pt x="9103741" y="2051586"/>
                  <a:pt x="9360218" y="1725005"/>
                  <a:pt x="9638919" y="1565239"/>
                </a:cubicBezTo>
                <a:cubicBezTo>
                  <a:pt x="9918255" y="1405092"/>
                  <a:pt x="10157968" y="1395631"/>
                  <a:pt x="10348023" y="1389852"/>
                </a:cubicBezTo>
                <a:cubicBezTo>
                  <a:pt x="10676445" y="1379883"/>
                  <a:pt x="10923333" y="1427254"/>
                  <a:pt x="11292142" y="1518376"/>
                </a:cubicBezTo>
                <a:cubicBezTo>
                  <a:pt x="11390376" y="1542633"/>
                  <a:pt x="11501056" y="1569875"/>
                  <a:pt x="11622151" y="1601688"/>
                </a:cubicBezTo>
                <a:cubicBezTo>
                  <a:pt x="11788394" y="1645313"/>
                  <a:pt x="11976354" y="1692874"/>
                  <a:pt x="12183618" y="1728625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0" name="Vrije vorm: vorm 39">
            <a:extLst>
              <a:ext uri="{FF2B5EF4-FFF2-40B4-BE49-F238E27FC236}">
                <a16:creationId xmlns:a16="http://schemas.microsoft.com/office/drawing/2014/main" id="{9F5D1193-0F0E-85F2-A7B2-222183E71588}"/>
              </a:ext>
            </a:extLst>
          </p:cNvPr>
          <p:cNvSpPr/>
          <p:nvPr/>
        </p:nvSpPr>
        <p:spPr>
          <a:xfrm>
            <a:off x="1650" y="1225184"/>
            <a:ext cx="12192127" cy="3656516"/>
          </a:xfrm>
          <a:custGeom>
            <a:avLst/>
            <a:gdLst>
              <a:gd name="connsiteX0" fmla="*/ 0 w 12192127"/>
              <a:gd name="connsiteY0" fmla="*/ 80884 h 3656516"/>
              <a:gd name="connsiteX1" fmla="*/ 336296 w 12192127"/>
              <a:gd name="connsiteY1" fmla="*/ 25131 h 3656516"/>
              <a:gd name="connsiteX2" fmla="*/ 4051871 w 12192127"/>
              <a:gd name="connsiteY2" fmla="*/ 1611996 h 3656516"/>
              <a:gd name="connsiteX3" fmla="*/ 4791837 w 12192127"/>
              <a:gd name="connsiteY3" fmla="*/ 2852596 h 3656516"/>
              <a:gd name="connsiteX4" fmla="*/ 5927027 w 12192127"/>
              <a:gd name="connsiteY4" fmla="*/ 3652125 h 3656516"/>
              <a:gd name="connsiteX5" fmla="*/ 6682868 w 12192127"/>
              <a:gd name="connsiteY5" fmla="*/ 3446829 h 3656516"/>
              <a:gd name="connsiteX6" fmla="*/ 8422195 w 12192127"/>
              <a:gd name="connsiteY6" fmla="*/ 2861296 h 3656516"/>
              <a:gd name="connsiteX7" fmla="*/ 8902129 w 12192127"/>
              <a:gd name="connsiteY7" fmla="*/ 2400286 h 3656516"/>
              <a:gd name="connsiteX8" fmla="*/ 9678162 w 12192127"/>
              <a:gd name="connsiteY8" fmla="*/ 1617203 h 3656516"/>
              <a:gd name="connsiteX9" fmla="*/ 10379710 w 12192127"/>
              <a:gd name="connsiteY9" fmla="*/ 1395652 h 3656516"/>
              <a:gd name="connsiteX10" fmla="*/ 11351958 w 12192127"/>
              <a:gd name="connsiteY10" fmla="*/ 1434260 h 3656516"/>
              <a:gd name="connsiteX11" fmla="*/ 11688255 w 12192127"/>
              <a:gd name="connsiteY11" fmla="*/ 1496109 h 3656516"/>
              <a:gd name="connsiteX12" fmla="*/ 12192127 w 12192127"/>
              <a:gd name="connsiteY12" fmla="*/ 1589390 h 365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127" h="3656516">
                <a:moveTo>
                  <a:pt x="0" y="80884"/>
                </a:moveTo>
                <a:cubicBezTo>
                  <a:pt x="111189" y="56945"/>
                  <a:pt x="223457" y="38339"/>
                  <a:pt x="336296" y="25131"/>
                </a:cubicBezTo>
                <a:cubicBezTo>
                  <a:pt x="1725994" y="-137048"/>
                  <a:pt x="3204401" y="496555"/>
                  <a:pt x="4051871" y="1611996"/>
                </a:cubicBezTo>
                <a:cubicBezTo>
                  <a:pt x="4347972" y="2001759"/>
                  <a:pt x="4515739" y="2456801"/>
                  <a:pt x="4791837" y="2852596"/>
                </a:cubicBezTo>
                <a:cubicBezTo>
                  <a:pt x="5068570" y="3249026"/>
                  <a:pt x="5493639" y="3608627"/>
                  <a:pt x="5927027" y="3652125"/>
                </a:cubicBezTo>
                <a:cubicBezTo>
                  <a:pt x="6240082" y="3683557"/>
                  <a:pt x="6456045" y="3539095"/>
                  <a:pt x="6682868" y="3446829"/>
                </a:cubicBezTo>
                <a:cubicBezTo>
                  <a:pt x="6951218" y="3337609"/>
                  <a:pt x="7876794" y="3284968"/>
                  <a:pt x="8422195" y="2861296"/>
                </a:cubicBezTo>
                <a:cubicBezTo>
                  <a:pt x="8594725" y="2727311"/>
                  <a:pt x="8751824" y="2569132"/>
                  <a:pt x="8902129" y="2400286"/>
                </a:cubicBezTo>
                <a:cubicBezTo>
                  <a:pt x="9156192" y="2114599"/>
                  <a:pt x="9405874" y="1786749"/>
                  <a:pt x="9678162" y="1617203"/>
                </a:cubicBezTo>
                <a:cubicBezTo>
                  <a:pt x="9950069" y="1447849"/>
                  <a:pt x="10187368" y="1419401"/>
                  <a:pt x="10379710" y="1395652"/>
                </a:cubicBezTo>
                <a:cubicBezTo>
                  <a:pt x="10712259" y="1354631"/>
                  <a:pt x="10973689" y="1370887"/>
                  <a:pt x="11351958" y="1434260"/>
                </a:cubicBezTo>
                <a:cubicBezTo>
                  <a:pt x="11452923" y="1451151"/>
                  <a:pt x="11565509" y="1471153"/>
                  <a:pt x="11688255" y="1496109"/>
                </a:cubicBezTo>
                <a:cubicBezTo>
                  <a:pt x="11839893" y="1526906"/>
                  <a:pt x="12008485" y="1561577"/>
                  <a:pt x="12192127" y="1589390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62B64B2E-78C0-1155-B652-1458A44CFAFB}"/>
              </a:ext>
            </a:extLst>
          </p:cNvPr>
          <p:cNvSpPr/>
          <p:nvPr/>
        </p:nvSpPr>
        <p:spPr>
          <a:xfrm>
            <a:off x="1650" y="1231170"/>
            <a:ext cx="12191872" cy="3594501"/>
          </a:xfrm>
          <a:custGeom>
            <a:avLst/>
            <a:gdLst>
              <a:gd name="connsiteX0" fmla="*/ 0 w 12191872"/>
              <a:gd name="connsiteY0" fmla="*/ 96742 h 3594501"/>
              <a:gd name="connsiteX1" fmla="*/ 419481 w 12191872"/>
              <a:gd name="connsiteY1" fmla="*/ 24162 h 3594501"/>
              <a:gd name="connsiteX2" fmla="*/ 4182237 w 12191872"/>
              <a:gd name="connsiteY2" fmla="*/ 1623219 h 3594501"/>
              <a:gd name="connsiteX3" fmla="*/ 4905058 w 12191872"/>
              <a:gd name="connsiteY3" fmla="*/ 2809526 h 3594501"/>
              <a:gd name="connsiteX4" fmla="*/ 5993829 w 12191872"/>
              <a:gd name="connsiteY4" fmla="*/ 3587274 h 3594501"/>
              <a:gd name="connsiteX5" fmla="*/ 6720777 w 12191872"/>
              <a:gd name="connsiteY5" fmla="*/ 3426936 h 3594501"/>
              <a:gd name="connsiteX6" fmla="*/ 8477187 w 12191872"/>
              <a:gd name="connsiteY6" fmla="*/ 2914682 h 3594501"/>
              <a:gd name="connsiteX7" fmla="*/ 8956484 w 12191872"/>
              <a:gd name="connsiteY7" fmla="*/ 2461546 h 3594501"/>
              <a:gd name="connsiteX8" fmla="*/ 9717088 w 12191872"/>
              <a:gd name="connsiteY8" fmla="*/ 1669066 h 3594501"/>
              <a:gd name="connsiteX9" fmla="*/ 10411079 w 12191872"/>
              <a:gd name="connsiteY9" fmla="*/ 1401286 h 3594501"/>
              <a:gd name="connsiteX10" fmla="*/ 11411458 w 12191872"/>
              <a:gd name="connsiteY10" fmla="*/ 1349978 h 3594501"/>
              <a:gd name="connsiteX11" fmla="*/ 11754041 w 12191872"/>
              <a:gd name="connsiteY11" fmla="*/ 1390301 h 3594501"/>
              <a:gd name="connsiteX12" fmla="*/ 12191873 w 12191872"/>
              <a:gd name="connsiteY12" fmla="*/ 1452404 h 35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872" h="3594501">
                <a:moveTo>
                  <a:pt x="0" y="96742"/>
                </a:moveTo>
                <a:cubicBezTo>
                  <a:pt x="138367" y="64421"/>
                  <a:pt x="278448" y="40100"/>
                  <a:pt x="419481" y="24162"/>
                </a:cubicBezTo>
                <a:cubicBezTo>
                  <a:pt x="1825498" y="-134589"/>
                  <a:pt x="3320098" y="499205"/>
                  <a:pt x="4182237" y="1623219"/>
                </a:cubicBezTo>
                <a:cubicBezTo>
                  <a:pt x="4468940" y="1997043"/>
                  <a:pt x="4636770" y="2431002"/>
                  <a:pt x="4905058" y="2809526"/>
                </a:cubicBezTo>
                <a:cubicBezTo>
                  <a:pt x="5174044" y="3188811"/>
                  <a:pt x="5579999" y="3533870"/>
                  <a:pt x="5993829" y="3587274"/>
                </a:cubicBezTo>
                <a:cubicBezTo>
                  <a:pt x="6292533" y="3625818"/>
                  <a:pt x="6501893" y="3501168"/>
                  <a:pt x="6720777" y="3426936"/>
                </a:cubicBezTo>
                <a:cubicBezTo>
                  <a:pt x="6981825" y="3338354"/>
                  <a:pt x="7930769" y="3322860"/>
                  <a:pt x="8477187" y="2914682"/>
                </a:cubicBezTo>
                <a:cubicBezTo>
                  <a:pt x="8650859" y="2784888"/>
                  <a:pt x="8807641" y="2629186"/>
                  <a:pt x="8956484" y="2461546"/>
                </a:cubicBezTo>
                <a:cubicBezTo>
                  <a:pt x="9208389" y="2177447"/>
                  <a:pt x="9451277" y="1848390"/>
                  <a:pt x="9717088" y="1669066"/>
                </a:cubicBezTo>
                <a:cubicBezTo>
                  <a:pt x="9981692" y="1490504"/>
                  <a:pt x="10216452" y="1443006"/>
                  <a:pt x="10411079" y="1401286"/>
                </a:cubicBezTo>
                <a:cubicBezTo>
                  <a:pt x="10747756" y="1329150"/>
                  <a:pt x="11023664" y="1314355"/>
                  <a:pt x="11411458" y="1349978"/>
                </a:cubicBezTo>
                <a:cubicBezTo>
                  <a:pt x="11515090" y="1359503"/>
                  <a:pt x="11629644" y="1372267"/>
                  <a:pt x="11754041" y="1390301"/>
                </a:cubicBezTo>
                <a:cubicBezTo>
                  <a:pt x="11888089" y="1409732"/>
                  <a:pt x="12034456" y="1432655"/>
                  <a:pt x="12191873" y="1452404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489A4D30-1E4D-EEEB-3311-03214E648F8E}"/>
              </a:ext>
            </a:extLst>
          </p:cNvPr>
          <p:cNvSpPr/>
          <p:nvPr/>
        </p:nvSpPr>
        <p:spPr>
          <a:xfrm>
            <a:off x="1650" y="1237257"/>
            <a:ext cx="12191936" cy="3533696"/>
          </a:xfrm>
          <a:custGeom>
            <a:avLst/>
            <a:gdLst>
              <a:gd name="connsiteX0" fmla="*/ 0 w 12191936"/>
              <a:gd name="connsiteY0" fmla="*/ 113642 h 3533696"/>
              <a:gd name="connsiteX1" fmla="*/ 502603 w 12191936"/>
              <a:gd name="connsiteY1" fmla="*/ 23218 h 3533696"/>
              <a:gd name="connsiteX2" fmla="*/ 4312603 w 12191936"/>
              <a:gd name="connsiteY2" fmla="*/ 1634404 h 3533696"/>
              <a:gd name="connsiteX3" fmla="*/ 5018342 w 12191936"/>
              <a:gd name="connsiteY3" fmla="*/ 2766482 h 3533696"/>
              <a:gd name="connsiteX4" fmla="*/ 6060758 w 12191936"/>
              <a:gd name="connsiteY4" fmla="*/ 3522449 h 3533696"/>
              <a:gd name="connsiteX5" fmla="*/ 6758877 w 12191936"/>
              <a:gd name="connsiteY5" fmla="*/ 3407070 h 3533696"/>
              <a:gd name="connsiteX6" fmla="*/ 8532431 w 12191936"/>
              <a:gd name="connsiteY6" fmla="*/ 2968031 h 3533696"/>
              <a:gd name="connsiteX7" fmla="*/ 9011094 w 12191936"/>
              <a:gd name="connsiteY7" fmla="*/ 2522769 h 3533696"/>
              <a:gd name="connsiteX8" fmla="*/ 9756330 w 12191936"/>
              <a:gd name="connsiteY8" fmla="*/ 1720827 h 3533696"/>
              <a:gd name="connsiteX9" fmla="*/ 10442702 w 12191936"/>
              <a:gd name="connsiteY9" fmla="*/ 1406883 h 3533696"/>
              <a:gd name="connsiteX10" fmla="*/ 11471212 w 12191936"/>
              <a:gd name="connsiteY10" fmla="*/ 1265659 h 3533696"/>
              <a:gd name="connsiteX11" fmla="*/ 11820080 w 12191936"/>
              <a:gd name="connsiteY11" fmla="*/ 1284519 h 3533696"/>
              <a:gd name="connsiteX12" fmla="*/ 12191937 w 12191936"/>
              <a:gd name="connsiteY12" fmla="*/ 1320079 h 3533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36" h="3533696">
                <a:moveTo>
                  <a:pt x="0" y="113642"/>
                </a:moveTo>
                <a:cubicBezTo>
                  <a:pt x="165354" y="72050"/>
                  <a:pt x="333375" y="41697"/>
                  <a:pt x="502603" y="23218"/>
                </a:cubicBezTo>
                <a:cubicBezTo>
                  <a:pt x="1924939" y="-132166"/>
                  <a:pt x="3435477" y="502072"/>
                  <a:pt x="4312603" y="1634404"/>
                </a:cubicBezTo>
                <a:cubicBezTo>
                  <a:pt x="4589844" y="1992353"/>
                  <a:pt x="4757801" y="2405104"/>
                  <a:pt x="5018342" y="2766482"/>
                </a:cubicBezTo>
                <a:cubicBezTo>
                  <a:pt x="5279581" y="3128559"/>
                  <a:pt x="5666486" y="3459077"/>
                  <a:pt x="6060758" y="3522449"/>
                </a:cubicBezTo>
                <a:cubicBezTo>
                  <a:pt x="6345111" y="3568170"/>
                  <a:pt x="6547993" y="3463395"/>
                  <a:pt x="6758877" y="3407070"/>
                </a:cubicBezTo>
                <a:cubicBezTo>
                  <a:pt x="7012813" y="3339315"/>
                  <a:pt x="7985062" y="3360842"/>
                  <a:pt x="8532431" y="2968031"/>
                </a:cubicBezTo>
                <a:cubicBezTo>
                  <a:pt x="8707374" y="2842492"/>
                  <a:pt x="8863775" y="2689266"/>
                  <a:pt x="9011094" y="2522769"/>
                </a:cubicBezTo>
                <a:cubicBezTo>
                  <a:pt x="9260840" y="2240258"/>
                  <a:pt x="9496996" y="1910057"/>
                  <a:pt x="9756330" y="1720827"/>
                </a:cubicBezTo>
                <a:cubicBezTo>
                  <a:pt x="10013569" y="1533121"/>
                  <a:pt x="10245789" y="1466573"/>
                  <a:pt x="10442702" y="1406883"/>
                </a:cubicBezTo>
                <a:cubicBezTo>
                  <a:pt x="10783443" y="1303632"/>
                  <a:pt x="11073892" y="1257722"/>
                  <a:pt x="11471212" y="1265659"/>
                </a:cubicBezTo>
                <a:cubicBezTo>
                  <a:pt x="11577510" y="1267755"/>
                  <a:pt x="11694033" y="1273406"/>
                  <a:pt x="11820080" y="1284519"/>
                </a:cubicBezTo>
                <a:cubicBezTo>
                  <a:pt x="11935714" y="1294742"/>
                  <a:pt x="12059983" y="1307823"/>
                  <a:pt x="12191937" y="1320079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3783F9D4-5D66-3193-93C5-71D6847D5379}"/>
              </a:ext>
            </a:extLst>
          </p:cNvPr>
          <p:cNvSpPr/>
          <p:nvPr/>
        </p:nvSpPr>
        <p:spPr>
          <a:xfrm>
            <a:off x="1650" y="1243272"/>
            <a:ext cx="12191936" cy="3474626"/>
          </a:xfrm>
          <a:custGeom>
            <a:avLst/>
            <a:gdLst>
              <a:gd name="connsiteX0" fmla="*/ 0 w 12191936"/>
              <a:gd name="connsiteY0" fmla="*/ 131630 h 3474626"/>
              <a:gd name="connsiteX1" fmla="*/ 585724 w 12191936"/>
              <a:gd name="connsiteY1" fmla="*/ 22283 h 3474626"/>
              <a:gd name="connsiteX2" fmla="*/ 4442968 w 12191936"/>
              <a:gd name="connsiteY2" fmla="*/ 1645661 h 3474626"/>
              <a:gd name="connsiteX3" fmla="*/ 5131562 w 12191936"/>
              <a:gd name="connsiteY3" fmla="*/ 2723510 h 3474626"/>
              <a:gd name="connsiteX4" fmla="*/ 6127560 w 12191936"/>
              <a:gd name="connsiteY4" fmla="*/ 3457760 h 3474626"/>
              <a:gd name="connsiteX5" fmla="*/ 6796850 w 12191936"/>
              <a:gd name="connsiteY5" fmla="*/ 3387402 h 3474626"/>
              <a:gd name="connsiteX6" fmla="*/ 8587486 w 12191936"/>
              <a:gd name="connsiteY6" fmla="*/ 3021642 h 3474626"/>
              <a:gd name="connsiteX7" fmla="*/ 9065578 w 12191936"/>
              <a:gd name="connsiteY7" fmla="*/ 2584254 h 3474626"/>
              <a:gd name="connsiteX8" fmla="*/ 9795383 w 12191936"/>
              <a:gd name="connsiteY8" fmla="*/ 1772915 h 3474626"/>
              <a:gd name="connsiteX9" fmla="*/ 10474198 w 12191936"/>
              <a:gd name="connsiteY9" fmla="*/ 1412743 h 3474626"/>
              <a:gd name="connsiteX10" fmla="*/ 11530902 w 12191936"/>
              <a:gd name="connsiteY10" fmla="*/ 1181603 h 3474626"/>
              <a:gd name="connsiteX11" fmla="*/ 11886057 w 12191936"/>
              <a:gd name="connsiteY11" fmla="*/ 1178999 h 3474626"/>
              <a:gd name="connsiteX12" fmla="*/ 12191937 w 12191936"/>
              <a:gd name="connsiteY12" fmla="*/ 1193287 h 347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36" h="3474626">
                <a:moveTo>
                  <a:pt x="0" y="131630"/>
                </a:moveTo>
                <a:cubicBezTo>
                  <a:pt x="192215" y="80005"/>
                  <a:pt x="388239" y="43175"/>
                  <a:pt x="585724" y="22283"/>
                </a:cubicBezTo>
                <a:cubicBezTo>
                  <a:pt x="2024380" y="-129736"/>
                  <a:pt x="3550539" y="505264"/>
                  <a:pt x="4442968" y="1645661"/>
                </a:cubicBezTo>
                <a:cubicBezTo>
                  <a:pt x="4710684" y="1987799"/>
                  <a:pt x="4878832" y="2379276"/>
                  <a:pt x="5131562" y="2723510"/>
                </a:cubicBezTo>
                <a:cubicBezTo>
                  <a:pt x="5385054" y="3068442"/>
                  <a:pt x="5752846" y="3384418"/>
                  <a:pt x="6127560" y="3457760"/>
                </a:cubicBezTo>
                <a:cubicBezTo>
                  <a:pt x="6397562" y="3510592"/>
                  <a:pt x="6594030" y="3425883"/>
                  <a:pt x="6796850" y="3387402"/>
                </a:cubicBezTo>
                <a:cubicBezTo>
                  <a:pt x="7043738" y="3340539"/>
                  <a:pt x="8039227" y="3399087"/>
                  <a:pt x="8587486" y="3021642"/>
                </a:cubicBezTo>
                <a:cubicBezTo>
                  <a:pt x="8763635" y="2900357"/>
                  <a:pt x="8919655" y="2749608"/>
                  <a:pt x="9065578" y="2584254"/>
                </a:cubicBezTo>
                <a:cubicBezTo>
                  <a:pt x="9313164" y="2303394"/>
                  <a:pt x="9542653" y="1971987"/>
                  <a:pt x="9795383" y="1772915"/>
                </a:cubicBezTo>
                <a:cubicBezTo>
                  <a:pt x="10045319" y="1576001"/>
                  <a:pt x="10274808" y="1490086"/>
                  <a:pt x="10474198" y="1412743"/>
                </a:cubicBezTo>
                <a:cubicBezTo>
                  <a:pt x="10818813" y="1277742"/>
                  <a:pt x="11123930" y="1201288"/>
                  <a:pt x="11530902" y="1181603"/>
                </a:cubicBezTo>
                <a:cubicBezTo>
                  <a:pt x="11639931" y="1176332"/>
                  <a:pt x="11758422" y="1174745"/>
                  <a:pt x="11886057" y="1178999"/>
                </a:cubicBezTo>
                <a:cubicBezTo>
                  <a:pt x="11982641" y="1182174"/>
                  <a:pt x="12084748" y="1187572"/>
                  <a:pt x="12191937" y="1193287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4" name="Vrije vorm: vorm 43">
            <a:extLst>
              <a:ext uri="{FF2B5EF4-FFF2-40B4-BE49-F238E27FC236}">
                <a16:creationId xmlns:a16="http://schemas.microsoft.com/office/drawing/2014/main" id="{6D7E5710-7F65-BBBC-297D-9FDBFB559581}"/>
              </a:ext>
            </a:extLst>
          </p:cNvPr>
          <p:cNvSpPr/>
          <p:nvPr/>
        </p:nvSpPr>
        <p:spPr>
          <a:xfrm>
            <a:off x="1650" y="1249263"/>
            <a:ext cx="12192000" cy="3417855"/>
          </a:xfrm>
          <a:custGeom>
            <a:avLst/>
            <a:gdLst>
              <a:gd name="connsiteX0" fmla="*/ 0 w 12192000"/>
              <a:gd name="connsiteY0" fmla="*/ 150595 h 3417855"/>
              <a:gd name="connsiteX1" fmla="*/ 668846 w 12192000"/>
              <a:gd name="connsiteY1" fmla="*/ 21372 h 3417855"/>
              <a:gd name="connsiteX2" fmla="*/ 4573334 w 12192000"/>
              <a:gd name="connsiteY2" fmla="*/ 1656879 h 3417855"/>
              <a:gd name="connsiteX3" fmla="*/ 5244846 w 12192000"/>
              <a:gd name="connsiteY3" fmla="*/ 2680498 h 3417855"/>
              <a:gd name="connsiteX4" fmla="*/ 6194489 w 12192000"/>
              <a:gd name="connsiteY4" fmla="*/ 3392969 h 3417855"/>
              <a:gd name="connsiteX5" fmla="*/ 6834950 w 12192000"/>
              <a:gd name="connsiteY5" fmla="*/ 3367569 h 3417855"/>
              <a:gd name="connsiteX6" fmla="*/ 8642731 w 12192000"/>
              <a:gd name="connsiteY6" fmla="*/ 3075024 h 3417855"/>
              <a:gd name="connsiteX7" fmla="*/ 9120188 w 12192000"/>
              <a:gd name="connsiteY7" fmla="*/ 2645510 h 3417855"/>
              <a:gd name="connsiteX8" fmla="*/ 9834563 w 12192000"/>
              <a:gd name="connsiteY8" fmla="*/ 1824773 h 3417855"/>
              <a:gd name="connsiteX9" fmla="*/ 10505821 w 12192000"/>
              <a:gd name="connsiteY9" fmla="*/ 1418436 h 3417855"/>
              <a:gd name="connsiteX10" fmla="*/ 11590655 w 12192000"/>
              <a:gd name="connsiteY10" fmla="*/ 1097380 h 3417855"/>
              <a:gd name="connsiteX11" fmla="*/ 11952097 w 12192000"/>
              <a:gd name="connsiteY11" fmla="*/ 1073313 h 3417855"/>
              <a:gd name="connsiteX12" fmla="*/ 12192000 w 12192000"/>
              <a:gd name="connsiteY12" fmla="*/ 1072171 h 34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3417855">
                <a:moveTo>
                  <a:pt x="0" y="150595"/>
                </a:moveTo>
                <a:cubicBezTo>
                  <a:pt x="218885" y="88047"/>
                  <a:pt x="442913" y="44486"/>
                  <a:pt x="668846" y="21372"/>
                </a:cubicBezTo>
                <a:cubicBezTo>
                  <a:pt x="2123821" y="-127345"/>
                  <a:pt x="3665157" y="508798"/>
                  <a:pt x="4573334" y="1656879"/>
                </a:cubicBezTo>
                <a:cubicBezTo>
                  <a:pt x="4831461" y="1983268"/>
                  <a:pt x="4999927" y="2353473"/>
                  <a:pt x="5244846" y="2680498"/>
                </a:cubicBezTo>
                <a:cubicBezTo>
                  <a:pt x="5490528" y="3008286"/>
                  <a:pt x="5839333" y="3309657"/>
                  <a:pt x="6194489" y="3392969"/>
                </a:cubicBezTo>
                <a:cubicBezTo>
                  <a:pt x="6450140" y="3452913"/>
                  <a:pt x="6640259" y="3388397"/>
                  <a:pt x="6834950" y="3367569"/>
                </a:cubicBezTo>
                <a:cubicBezTo>
                  <a:pt x="7074853" y="3341851"/>
                  <a:pt x="8093519" y="3437228"/>
                  <a:pt x="8642731" y="3075024"/>
                </a:cubicBezTo>
                <a:cubicBezTo>
                  <a:pt x="8820087" y="2958057"/>
                  <a:pt x="8975725" y="2809721"/>
                  <a:pt x="9120188" y="2645510"/>
                </a:cubicBezTo>
                <a:cubicBezTo>
                  <a:pt x="9365615" y="2366237"/>
                  <a:pt x="9588437" y="2033751"/>
                  <a:pt x="9834563" y="1824773"/>
                </a:cubicBezTo>
                <a:cubicBezTo>
                  <a:pt x="10077259" y="1618715"/>
                  <a:pt x="10304145" y="1513749"/>
                  <a:pt x="10505821" y="1418436"/>
                </a:cubicBezTo>
                <a:cubicBezTo>
                  <a:pt x="10854500" y="1252384"/>
                  <a:pt x="11174095" y="1144687"/>
                  <a:pt x="11590655" y="1097380"/>
                </a:cubicBezTo>
                <a:cubicBezTo>
                  <a:pt x="11702352" y="1084680"/>
                  <a:pt x="11822811" y="1075980"/>
                  <a:pt x="11952097" y="1073313"/>
                </a:cubicBezTo>
                <a:cubicBezTo>
                  <a:pt x="12028868" y="1071726"/>
                  <a:pt x="12108942" y="1071599"/>
                  <a:pt x="12192000" y="1072171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89BBDAFF-46A9-D232-2345-0BD68F0C1103}"/>
              </a:ext>
            </a:extLst>
          </p:cNvPr>
          <p:cNvSpPr/>
          <p:nvPr/>
        </p:nvSpPr>
        <p:spPr>
          <a:xfrm>
            <a:off x="1650" y="1255246"/>
            <a:ext cx="12191872" cy="3377838"/>
          </a:xfrm>
          <a:custGeom>
            <a:avLst/>
            <a:gdLst>
              <a:gd name="connsiteX0" fmla="*/ 0 w 12191872"/>
              <a:gd name="connsiteY0" fmla="*/ 170520 h 3377838"/>
              <a:gd name="connsiteX1" fmla="*/ 752031 w 12191872"/>
              <a:gd name="connsiteY1" fmla="*/ 20470 h 3377838"/>
              <a:gd name="connsiteX2" fmla="*/ 4703699 w 12191872"/>
              <a:gd name="connsiteY2" fmla="*/ 1668168 h 3377838"/>
              <a:gd name="connsiteX3" fmla="*/ 5358067 w 12191872"/>
              <a:gd name="connsiteY3" fmla="*/ 2637495 h 3377838"/>
              <a:gd name="connsiteX4" fmla="*/ 6261354 w 12191872"/>
              <a:gd name="connsiteY4" fmla="*/ 3328185 h 3377838"/>
              <a:gd name="connsiteX5" fmla="*/ 6872986 w 12191872"/>
              <a:gd name="connsiteY5" fmla="*/ 3347743 h 3377838"/>
              <a:gd name="connsiteX6" fmla="*/ 8697849 w 12191872"/>
              <a:gd name="connsiteY6" fmla="*/ 3128477 h 3377838"/>
              <a:gd name="connsiteX7" fmla="*/ 9174670 w 12191872"/>
              <a:gd name="connsiteY7" fmla="*/ 2706837 h 3377838"/>
              <a:gd name="connsiteX8" fmla="*/ 9873615 w 12191872"/>
              <a:gd name="connsiteY8" fmla="*/ 1876702 h 3377838"/>
              <a:gd name="connsiteX9" fmla="*/ 10537317 w 12191872"/>
              <a:gd name="connsiteY9" fmla="*/ 1424137 h 3377838"/>
              <a:gd name="connsiteX10" fmla="*/ 11650281 w 12191872"/>
              <a:gd name="connsiteY10" fmla="*/ 1013165 h 3377838"/>
              <a:gd name="connsiteX11" fmla="*/ 12018010 w 12191872"/>
              <a:gd name="connsiteY11" fmla="*/ 967572 h 3377838"/>
              <a:gd name="connsiteX12" fmla="*/ 12191873 w 12191872"/>
              <a:gd name="connsiteY12" fmla="*/ 957412 h 337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872" h="3377838">
                <a:moveTo>
                  <a:pt x="0" y="170520"/>
                </a:moveTo>
                <a:cubicBezTo>
                  <a:pt x="245364" y="96352"/>
                  <a:pt x="497586" y="45616"/>
                  <a:pt x="752031" y="20470"/>
                </a:cubicBezTo>
                <a:cubicBezTo>
                  <a:pt x="2223326" y="-124945"/>
                  <a:pt x="3779393" y="512722"/>
                  <a:pt x="4703699" y="1668168"/>
                </a:cubicBezTo>
                <a:cubicBezTo>
                  <a:pt x="4952175" y="1978810"/>
                  <a:pt x="5120958" y="2327679"/>
                  <a:pt x="5358067" y="2637495"/>
                </a:cubicBezTo>
                <a:cubicBezTo>
                  <a:pt x="5596001" y="2948074"/>
                  <a:pt x="5925757" y="3234903"/>
                  <a:pt x="6261354" y="3328185"/>
                </a:cubicBezTo>
                <a:cubicBezTo>
                  <a:pt x="6502591" y="3395241"/>
                  <a:pt x="6686931" y="3334281"/>
                  <a:pt x="6872986" y="3347743"/>
                </a:cubicBezTo>
                <a:cubicBezTo>
                  <a:pt x="7105396" y="3364571"/>
                  <a:pt x="8147812" y="3475441"/>
                  <a:pt x="8697849" y="3128477"/>
                </a:cubicBezTo>
                <a:cubicBezTo>
                  <a:pt x="8876475" y="3015828"/>
                  <a:pt x="9031668" y="2869905"/>
                  <a:pt x="9174670" y="2706837"/>
                </a:cubicBezTo>
                <a:cubicBezTo>
                  <a:pt x="9417939" y="2429152"/>
                  <a:pt x="9634156" y="2095523"/>
                  <a:pt x="9873615" y="1876702"/>
                </a:cubicBezTo>
                <a:cubicBezTo>
                  <a:pt x="10109073" y="1661564"/>
                  <a:pt x="10333292" y="1537485"/>
                  <a:pt x="10537317" y="1424137"/>
                </a:cubicBezTo>
                <a:cubicBezTo>
                  <a:pt x="10890059" y="1227033"/>
                  <a:pt x="11224069" y="1088095"/>
                  <a:pt x="11650281" y="1013165"/>
                </a:cubicBezTo>
                <a:cubicBezTo>
                  <a:pt x="11764645" y="993036"/>
                  <a:pt x="11887137" y="977224"/>
                  <a:pt x="12018010" y="967572"/>
                </a:cubicBezTo>
                <a:cubicBezTo>
                  <a:pt x="12074398" y="963381"/>
                  <a:pt x="12132373" y="960143"/>
                  <a:pt x="12191873" y="95741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6" name="Vrije vorm: vorm 45">
            <a:extLst>
              <a:ext uri="{FF2B5EF4-FFF2-40B4-BE49-F238E27FC236}">
                <a16:creationId xmlns:a16="http://schemas.microsoft.com/office/drawing/2014/main" id="{E7BA2B39-28FD-A352-B6AE-4E5E0CCCB062}"/>
              </a:ext>
            </a:extLst>
          </p:cNvPr>
          <p:cNvSpPr/>
          <p:nvPr/>
        </p:nvSpPr>
        <p:spPr>
          <a:xfrm>
            <a:off x="1650" y="1261205"/>
            <a:ext cx="12190539" cy="3386112"/>
          </a:xfrm>
          <a:custGeom>
            <a:avLst/>
            <a:gdLst>
              <a:gd name="connsiteX0" fmla="*/ 0 w 12190539"/>
              <a:gd name="connsiteY0" fmla="*/ 191358 h 3386112"/>
              <a:gd name="connsiteX1" fmla="*/ 835152 w 12190539"/>
              <a:gd name="connsiteY1" fmla="*/ 19591 h 3386112"/>
              <a:gd name="connsiteX2" fmla="*/ 4834065 w 12190539"/>
              <a:gd name="connsiteY2" fmla="*/ 1679481 h 3386112"/>
              <a:gd name="connsiteX3" fmla="*/ 5471351 w 12190539"/>
              <a:gd name="connsiteY3" fmla="*/ 2594579 h 3386112"/>
              <a:gd name="connsiteX4" fmla="*/ 6328220 w 12190539"/>
              <a:gd name="connsiteY4" fmla="*/ 3263488 h 3386112"/>
              <a:gd name="connsiteX5" fmla="*/ 6911023 w 12190539"/>
              <a:gd name="connsiteY5" fmla="*/ 3328005 h 3386112"/>
              <a:gd name="connsiteX6" fmla="*/ 8753030 w 12190539"/>
              <a:gd name="connsiteY6" fmla="*/ 3182018 h 3386112"/>
              <a:gd name="connsiteX7" fmla="*/ 9229280 w 12190539"/>
              <a:gd name="connsiteY7" fmla="*/ 2768252 h 3386112"/>
              <a:gd name="connsiteX8" fmla="*/ 9912858 w 12190539"/>
              <a:gd name="connsiteY8" fmla="*/ 1928655 h 3386112"/>
              <a:gd name="connsiteX9" fmla="*/ 10568940 w 12190539"/>
              <a:gd name="connsiteY9" fmla="*/ 1429926 h 3386112"/>
              <a:gd name="connsiteX10" fmla="*/ 11710098 w 12190539"/>
              <a:gd name="connsiteY10" fmla="*/ 929038 h 3386112"/>
              <a:gd name="connsiteX11" fmla="*/ 12084114 w 12190539"/>
              <a:gd name="connsiteY11" fmla="*/ 861982 h 3386112"/>
              <a:gd name="connsiteX12" fmla="*/ 12190540 w 12190539"/>
              <a:gd name="connsiteY12" fmla="*/ 849853 h 3386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0539" h="3386112">
                <a:moveTo>
                  <a:pt x="0" y="191358"/>
                </a:moveTo>
                <a:cubicBezTo>
                  <a:pt x="271653" y="104871"/>
                  <a:pt x="552133" y="46642"/>
                  <a:pt x="835152" y="19591"/>
                </a:cubicBezTo>
                <a:cubicBezTo>
                  <a:pt x="2322767" y="-122586"/>
                  <a:pt x="3893185" y="517050"/>
                  <a:pt x="4834065" y="1679481"/>
                </a:cubicBezTo>
                <a:cubicBezTo>
                  <a:pt x="5072825" y="1974502"/>
                  <a:pt x="5241989" y="2301972"/>
                  <a:pt x="5471351" y="2594579"/>
                </a:cubicBezTo>
                <a:cubicBezTo>
                  <a:pt x="5701538" y="2888013"/>
                  <a:pt x="6012244" y="3160237"/>
                  <a:pt x="6328220" y="3263488"/>
                </a:cubicBezTo>
                <a:cubicBezTo>
                  <a:pt x="6555106" y="3337656"/>
                  <a:pt x="6732715" y="3314288"/>
                  <a:pt x="6911023" y="3328005"/>
                </a:cubicBezTo>
                <a:cubicBezTo>
                  <a:pt x="7137083" y="3345404"/>
                  <a:pt x="8202105" y="3513869"/>
                  <a:pt x="8753030" y="3182018"/>
                </a:cubicBezTo>
                <a:cubicBezTo>
                  <a:pt x="8932863" y="3073687"/>
                  <a:pt x="9087739" y="2930177"/>
                  <a:pt x="9229280" y="2768252"/>
                </a:cubicBezTo>
                <a:cubicBezTo>
                  <a:pt x="9470390" y="2492217"/>
                  <a:pt x="9680004" y="2157445"/>
                  <a:pt x="9912858" y="1928655"/>
                </a:cubicBezTo>
                <a:cubicBezTo>
                  <a:pt x="10141141" y="1704373"/>
                  <a:pt x="10362629" y="1561244"/>
                  <a:pt x="10568940" y="1429926"/>
                </a:cubicBezTo>
                <a:cubicBezTo>
                  <a:pt x="10925746" y="1201770"/>
                  <a:pt x="11274171" y="1031590"/>
                  <a:pt x="11710098" y="929038"/>
                </a:cubicBezTo>
                <a:cubicBezTo>
                  <a:pt x="11827066" y="901479"/>
                  <a:pt x="11951653" y="878555"/>
                  <a:pt x="12084114" y="861982"/>
                </a:cubicBezTo>
                <a:cubicBezTo>
                  <a:pt x="12119039" y="857600"/>
                  <a:pt x="12154535" y="853600"/>
                  <a:pt x="12190540" y="849853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7" name="Vrije vorm: vorm 46">
            <a:extLst>
              <a:ext uri="{FF2B5EF4-FFF2-40B4-BE49-F238E27FC236}">
                <a16:creationId xmlns:a16="http://schemas.microsoft.com/office/drawing/2014/main" id="{1FDA0500-CB3D-D0A0-23BD-E997AA42EEFC}"/>
              </a:ext>
            </a:extLst>
          </p:cNvPr>
          <p:cNvSpPr/>
          <p:nvPr/>
        </p:nvSpPr>
        <p:spPr>
          <a:xfrm>
            <a:off x="1650" y="1267158"/>
            <a:ext cx="12191936" cy="3409612"/>
          </a:xfrm>
          <a:custGeom>
            <a:avLst/>
            <a:gdLst>
              <a:gd name="connsiteX0" fmla="*/ 0 w 12191936"/>
              <a:gd name="connsiteY0" fmla="*/ 213091 h 3409612"/>
              <a:gd name="connsiteX1" fmla="*/ 918274 w 12191936"/>
              <a:gd name="connsiteY1" fmla="*/ 18718 h 3409612"/>
              <a:gd name="connsiteX2" fmla="*/ 4964430 w 12191936"/>
              <a:gd name="connsiteY2" fmla="*/ 1690736 h 3409612"/>
              <a:gd name="connsiteX3" fmla="*/ 5584571 w 12191936"/>
              <a:gd name="connsiteY3" fmla="*/ 2551606 h 3409612"/>
              <a:gd name="connsiteX4" fmla="*/ 6395085 w 12191936"/>
              <a:gd name="connsiteY4" fmla="*/ 3198734 h 3409612"/>
              <a:gd name="connsiteX5" fmla="*/ 6949059 w 12191936"/>
              <a:gd name="connsiteY5" fmla="*/ 3308272 h 3409612"/>
              <a:gd name="connsiteX6" fmla="*/ 8808148 w 12191936"/>
              <a:gd name="connsiteY6" fmla="*/ 3235501 h 3409612"/>
              <a:gd name="connsiteX7" fmla="*/ 9283764 w 12191936"/>
              <a:gd name="connsiteY7" fmla="*/ 2829609 h 3409612"/>
              <a:gd name="connsiteX8" fmla="*/ 9951910 w 12191936"/>
              <a:gd name="connsiteY8" fmla="*/ 1980614 h 3409612"/>
              <a:gd name="connsiteX9" fmla="*/ 10600436 w 12191936"/>
              <a:gd name="connsiteY9" fmla="*/ 1435657 h 3409612"/>
              <a:gd name="connsiteX10" fmla="*/ 11769725 w 12191936"/>
              <a:gd name="connsiteY10" fmla="*/ 844853 h 3409612"/>
              <a:gd name="connsiteX11" fmla="*/ 12150027 w 12191936"/>
              <a:gd name="connsiteY11" fmla="*/ 756334 h 3409612"/>
              <a:gd name="connsiteX12" fmla="*/ 12191937 w 12191936"/>
              <a:gd name="connsiteY12" fmla="*/ 749158 h 340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1936" h="3409612">
                <a:moveTo>
                  <a:pt x="0" y="213091"/>
                </a:moveTo>
                <a:cubicBezTo>
                  <a:pt x="297815" y="113587"/>
                  <a:pt x="606552" y="47547"/>
                  <a:pt x="918274" y="18718"/>
                </a:cubicBezTo>
                <a:cubicBezTo>
                  <a:pt x="2422271" y="-120220"/>
                  <a:pt x="4006406" y="521955"/>
                  <a:pt x="4964430" y="1690736"/>
                </a:cubicBezTo>
                <a:cubicBezTo>
                  <a:pt x="5193475" y="1970136"/>
                  <a:pt x="5363020" y="2276143"/>
                  <a:pt x="5584571" y="2551606"/>
                </a:cubicBezTo>
                <a:cubicBezTo>
                  <a:pt x="5807012" y="2827831"/>
                  <a:pt x="6098667" y="3085451"/>
                  <a:pt x="6395085" y="3198734"/>
                </a:cubicBezTo>
                <a:cubicBezTo>
                  <a:pt x="6607619" y="3279951"/>
                  <a:pt x="6778816" y="3277602"/>
                  <a:pt x="6949059" y="3308272"/>
                </a:cubicBezTo>
                <a:cubicBezTo>
                  <a:pt x="7168071" y="3347706"/>
                  <a:pt x="8256397" y="3552302"/>
                  <a:pt x="8808148" y="3235501"/>
                </a:cubicBezTo>
                <a:cubicBezTo>
                  <a:pt x="8989251" y="3131551"/>
                  <a:pt x="9143682" y="2990391"/>
                  <a:pt x="9283764" y="2829609"/>
                </a:cubicBezTo>
                <a:cubicBezTo>
                  <a:pt x="9522714" y="2555162"/>
                  <a:pt x="9725851" y="2219310"/>
                  <a:pt x="9951910" y="1980614"/>
                </a:cubicBezTo>
                <a:cubicBezTo>
                  <a:pt x="10173018" y="1747188"/>
                  <a:pt x="10391775" y="1585009"/>
                  <a:pt x="10600436" y="1435657"/>
                </a:cubicBezTo>
                <a:cubicBezTo>
                  <a:pt x="10961243" y="1176450"/>
                  <a:pt x="11324082" y="975028"/>
                  <a:pt x="11769725" y="844853"/>
                </a:cubicBezTo>
                <a:cubicBezTo>
                  <a:pt x="11889359" y="809928"/>
                  <a:pt x="12015978" y="779892"/>
                  <a:pt x="12150027" y="756334"/>
                </a:cubicBezTo>
                <a:cubicBezTo>
                  <a:pt x="12163933" y="753921"/>
                  <a:pt x="12177840" y="751508"/>
                  <a:pt x="12191937" y="749158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8" name="Vrije vorm: vorm 47">
            <a:extLst>
              <a:ext uri="{FF2B5EF4-FFF2-40B4-BE49-F238E27FC236}">
                <a16:creationId xmlns:a16="http://schemas.microsoft.com/office/drawing/2014/main" id="{72C2E25D-EE94-4A0D-4530-66132B3FDF7C}"/>
              </a:ext>
            </a:extLst>
          </p:cNvPr>
          <p:cNvSpPr/>
          <p:nvPr/>
        </p:nvSpPr>
        <p:spPr>
          <a:xfrm>
            <a:off x="1650" y="1273136"/>
            <a:ext cx="12192063" cy="3437729"/>
          </a:xfrm>
          <a:custGeom>
            <a:avLst/>
            <a:gdLst>
              <a:gd name="connsiteX0" fmla="*/ 0 w 12192063"/>
              <a:gd name="connsiteY0" fmla="*/ 235624 h 3437729"/>
              <a:gd name="connsiteX1" fmla="*/ 1001459 w 12192063"/>
              <a:gd name="connsiteY1" fmla="*/ 17883 h 3437729"/>
              <a:gd name="connsiteX2" fmla="*/ 5094859 w 12192063"/>
              <a:gd name="connsiteY2" fmla="*/ 1702030 h 3437729"/>
              <a:gd name="connsiteX3" fmla="*/ 5697919 w 12192063"/>
              <a:gd name="connsiteY3" fmla="*/ 2508607 h 3437729"/>
              <a:gd name="connsiteX4" fmla="*/ 6462078 w 12192063"/>
              <a:gd name="connsiteY4" fmla="*/ 3133955 h 3437729"/>
              <a:gd name="connsiteX5" fmla="*/ 6987223 w 12192063"/>
              <a:gd name="connsiteY5" fmla="*/ 3288451 h 3437729"/>
              <a:gd name="connsiteX6" fmla="*/ 8863457 w 12192063"/>
              <a:gd name="connsiteY6" fmla="*/ 3288959 h 3437729"/>
              <a:gd name="connsiteX7" fmla="*/ 9338437 w 12192063"/>
              <a:gd name="connsiteY7" fmla="*/ 2890941 h 3437729"/>
              <a:gd name="connsiteX8" fmla="*/ 9991217 w 12192063"/>
              <a:gd name="connsiteY8" fmla="*/ 2032547 h 3437729"/>
              <a:gd name="connsiteX9" fmla="*/ 10632186 w 12192063"/>
              <a:gd name="connsiteY9" fmla="*/ 1441363 h 3437729"/>
              <a:gd name="connsiteX10" fmla="*/ 11829605 w 12192063"/>
              <a:gd name="connsiteY10" fmla="*/ 760643 h 3437729"/>
              <a:gd name="connsiteX11" fmla="*/ 12192064 w 12192063"/>
              <a:gd name="connsiteY11" fmla="*/ 656122 h 3437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63" h="3437729">
                <a:moveTo>
                  <a:pt x="0" y="235624"/>
                </a:moveTo>
                <a:cubicBezTo>
                  <a:pt x="323723" y="122467"/>
                  <a:pt x="660908" y="48299"/>
                  <a:pt x="1001459" y="17883"/>
                </a:cubicBezTo>
                <a:cubicBezTo>
                  <a:pt x="2521776" y="-117944"/>
                  <a:pt x="4118927" y="527344"/>
                  <a:pt x="5094859" y="1702030"/>
                </a:cubicBezTo>
                <a:cubicBezTo>
                  <a:pt x="5314061" y="1965936"/>
                  <a:pt x="5484114" y="2250416"/>
                  <a:pt x="5697919" y="2508607"/>
                </a:cubicBezTo>
                <a:cubicBezTo>
                  <a:pt x="5912612" y="2767687"/>
                  <a:pt x="6185218" y="3010638"/>
                  <a:pt x="6462078" y="3133955"/>
                </a:cubicBezTo>
                <a:cubicBezTo>
                  <a:pt x="6660325" y="3222220"/>
                  <a:pt x="6824853" y="3241080"/>
                  <a:pt x="6987223" y="3288451"/>
                </a:cubicBezTo>
                <a:cubicBezTo>
                  <a:pt x="7198931" y="3350236"/>
                  <a:pt x="8310817" y="3590711"/>
                  <a:pt x="8863457" y="3288959"/>
                </a:cubicBezTo>
                <a:cubicBezTo>
                  <a:pt x="9045766" y="3189391"/>
                  <a:pt x="9199817" y="3050580"/>
                  <a:pt x="9338437" y="2890941"/>
                </a:cubicBezTo>
                <a:cubicBezTo>
                  <a:pt x="9575229" y="2618081"/>
                  <a:pt x="9771825" y="2281150"/>
                  <a:pt x="9991217" y="2032547"/>
                </a:cubicBezTo>
                <a:cubicBezTo>
                  <a:pt x="10205212" y="1790041"/>
                  <a:pt x="10421176" y="1608749"/>
                  <a:pt x="10632186" y="1441363"/>
                </a:cubicBezTo>
                <a:cubicBezTo>
                  <a:pt x="10997057" y="1151104"/>
                  <a:pt x="11374183" y="918440"/>
                  <a:pt x="11829605" y="760643"/>
                </a:cubicBezTo>
                <a:cubicBezTo>
                  <a:pt x="11944604" y="720828"/>
                  <a:pt x="12065254" y="685586"/>
                  <a:pt x="12192064" y="65612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49" name="Vrije vorm: vorm 48">
            <a:extLst>
              <a:ext uri="{FF2B5EF4-FFF2-40B4-BE49-F238E27FC236}">
                <a16:creationId xmlns:a16="http://schemas.microsoft.com/office/drawing/2014/main" id="{2F9FB504-A75F-F004-6E77-08E529650DAE}"/>
              </a:ext>
            </a:extLst>
          </p:cNvPr>
          <p:cNvSpPr/>
          <p:nvPr/>
        </p:nvSpPr>
        <p:spPr>
          <a:xfrm>
            <a:off x="1650" y="1279061"/>
            <a:ext cx="12191936" cy="3469738"/>
          </a:xfrm>
          <a:custGeom>
            <a:avLst/>
            <a:gdLst>
              <a:gd name="connsiteX0" fmla="*/ 0 w 12191936"/>
              <a:gd name="connsiteY0" fmla="*/ 259037 h 3469738"/>
              <a:gd name="connsiteX1" fmla="*/ 1084580 w 12191936"/>
              <a:gd name="connsiteY1" fmla="*/ 17038 h 3469738"/>
              <a:gd name="connsiteX2" fmla="*/ 5225225 w 12191936"/>
              <a:gd name="connsiteY2" fmla="*/ 1713377 h 3469738"/>
              <a:gd name="connsiteX3" fmla="*/ 5811139 w 12191936"/>
              <a:gd name="connsiteY3" fmla="*/ 2465725 h 3469738"/>
              <a:gd name="connsiteX4" fmla="*/ 6528880 w 12191936"/>
              <a:gd name="connsiteY4" fmla="*/ 3069293 h 3469738"/>
              <a:gd name="connsiteX5" fmla="*/ 7025196 w 12191936"/>
              <a:gd name="connsiteY5" fmla="*/ 3268810 h 3469738"/>
              <a:gd name="connsiteX6" fmla="*/ 8918512 w 12191936"/>
              <a:gd name="connsiteY6" fmla="*/ 3342597 h 3469738"/>
              <a:gd name="connsiteX7" fmla="*/ 9392856 w 12191936"/>
              <a:gd name="connsiteY7" fmla="*/ 2952453 h 3469738"/>
              <a:gd name="connsiteX8" fmla="*/ 10030206 w 12191936"/>
              <a:gd name="connsiteY8" fmla="*/ 2084662 h 3469738"/>
              <a:gd name="connsiteX9" fmla="*/ 10663618 w 12191936"/>
              <a:gd name="connsiteY9" fmla="*/ 1447312 h 3469738"/>
              <a:gd name="connsiteX10" fmla="*/ 11889232 w 12191936"/>
              <a:gd name="connsiteY10" fmla="*/ 676676 h 3469738"/>
              <a:gd name="connsiteX11" fmla="*/ 12191937 w 12191936"/>
              <a:gd name="connsiteY11" fmla="*/ 571012 h 3469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36" h="3469738">
                <a:moveTo>
                  <a:pt x="0" y="259037"/>
                </a:moveTo>
                <a:cubicBezTo>
                  <a:pt x="349441" y="131529"/>
                  <a:pt x="715137" y="48915"/>
                  <a:pt x="1084580" y="17038"/>
                </a:cubicBezTo>
                <a:cubicBezTo>
                  <a:pt x="2621280" y="-115613"/>
                  <a:pt x="4230751" y="533484"/>
                  <a:pt x="5225225" y="1713377"/>
                </a:cubicBezTo>
                <a:cubicBezTo>
                  <a:pt x="5434584" y="1961789"/>
                  <a:pt x="5605145" y="2224679"/>
                  <a:pt x="5811139" y="2465725"/>
                </a:cubicBezTo>
                <a:cubicBezTo>
                  <a:pt x="6018022" y="2707660"/>
                  <a:pt x="6271641" y="2935943"/>
                  <a:pt x="6528880" y="3069293"/>
                </a:cubicBezTo>
                <a:cubicBezTo>
                  <a:pt x="6712776" y="3164606"/>
                  <a:pt x="6870446" y="3204865"/>
                  <a:pt x="7025196" y="3268810"/>
                </a:cubicBezTo>
                <a:cubicBezTo>
                  <a:pt x="7229285" y="3353138"/>
                  <a:pt x="8365046" y="3629426"/>
                  <a:pt x="8918512" y="3342597"/>
                </a:cubicBezTo>
                <a:cubicBezTo>
                  <a:pt x="9102090" y="3247474"/>
                  <a:pt x="9255696" y="3110949"/>
                  <a:pt x="9392856" y="2952453"/>
                </a:cubicBezTo>
                <a:cubicBezTo>
                  <a:pt x="9627489" y="2681244"/>
                  <a:pt x="9817671" y="2343107"/>
                  <a:pt x="10030206" y="2084662"/>
                </a:cubicBezTo>
                <a:cubicBezTo>
                  <a:pt x="10237153" y="1833011"/>
                  <a:pt x="10450322" y="1632732"/>
                  <a:pt x="10663618" y="1447312"/>
                </a:cubicBezTo>
                <a:cubicBezTo>
                  <a:pt x="11032554" y="1126066"/>
                  <a:pt x="11423650" y="861207"/>
                  <a:pt x="11889232" y="676676"/>
                </a:cubicBezTo>
                <a:cubicBezTo>
                  <a:pt x="11986387" y="637751"/>
                  <a:pt x="12087289" y="602445"/>
                  <a:pt x="12191937" y="571012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50" name="Vrije vorm: vorm 49">
            <a:extLst>
              <a:ext uri="{FF2B5EF4-FFF2-40B4-BE49-F238E27FC236}">
                <a16:creationId xmlns:a16="http://schemas.microsoft.com/office/drawing/2014/main" id="{C2E04A95-3F84-D1D9-A2E0-B797544E5CD2}"/>
              </a:ext>
            </a:extLst>
          </p:cNvPr>
          <p:cNvSpPr/>
          <p:nvPr/>
        </p:nvSpPr>
        <p:spPr>
          <a:xfrm>
            <a:off x="1650" y="1284980"/>
            <a:ext cx="12192063" cy="3504667"/>
          </a:xfrm>
          <a:custGeom>
            <a:avLst/>
            <a:gdLst>
              <a:gd name="connsiteX0" fmla="*/ 0 w 12192063"/>
              <a:gd name="connsiteY0" fmla="*/ 283216 h 3504667"/>
              <a:gd name="connsiteX1" fmla="*/ 1167702 w 12192063"/>
              <a:gd name="connsiteY1" fmla="*/ 16199 h 3504667"/>
              <a:gd name="connsiteX2" fmla="*/ 5355590 w 12192063"/>
              <a:gd name="connsiteY2" fmla="*/ 1724730 h 3504667"/>
              <a:gd name="connsiteX3" fmla="*/ 5924423 w 12192063"/>
              <a:gd name="connsiteY3" fmla="*/ 2422849 h 3504667"/>
              <a:gd name="connsiteX4" fmla="*/ 6595809 w 12192063"/>
              <a:gd name="connsiteY4" fmla="*/ 3004636 h 3504667"/>
              <a:gd name="connsiteX5" fmla="*/ 7063296 w 12192063"/>
              <a:gd name="connsiteY5" fmla="*/ 3249111 h 3504667"/>
              <a:gd name="connsiteX6" fmla="*/ 8973756 w 12192063"/>
              <a:gd name="connsiteY6" fmla="*/ 3396114 h 3504667"/>
              <a:gd name="connsiteX7" fmla="*/ 9447530 w 12192063"/>
              <a:gd name="connsiteY7" fmla="*/ 3013844 h 3504667"/>
              <a:gd name="connsiteX8" fmla="*/ 10069449 w 12192063"/>
              <a:gd name="connsiteY8" fmla="*/ 2136655 h 3504667"/>
              <a:gd name="connsiteX9" fmla="*/ 10695305 w 12192063"/>
              <a:gd name="connsiteY9" fmla="*/ 1453077 h 3504667"/>
              <a:gd name="connsiteX10" fmla="*/ 11949049 w 12192063"/>
              <a:gd name="connsiteY10" fmla="*/ 592525 h 3504667"/>
              <a:gd name="connsiteX11" fmla="*/ 12192064 w 12192063"/>
              <a:gd name="connsiteY11" fmla="*/ 493274 h 350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63" h="3504667">
                <a:moveTo>
                  <a:pt x="0" y="283216"/>
                </a:moveTo>
                <a:cubicBezTo>
                  <a:pt x="374968" y="140849"/>
                  <a:pt x="769239" y="49409"/>
                  <a:pt x="1167702" y="16199"/>
                </a:cubicBezTo>
                <a:cubicBezTo>
                  <a:pt x="2720785" y="-113278"/>
                  <a:pt x="4341749" y="540455"/>
                  <a:pt x="5355590" y="1724730"/>
                </a:cubicBezTo>
                <a:cubicBezTo>
                  <a:pt x="5555107" y="1957712"/>
                  <a:pt x="5726176" y="2199012"/>
                  <a:pt x="5924423" y="2422849"/>
                </a:cubicBezTo>
                <a:cubicBezTo>
                  <a:pt x="6123559" y="2647576"/>
                  <a:pt x="6358192" y="2861253"/>
                  <a:pt x="6595809" y="3004636"/>
                </a:cubicBezTo>
                <a:cubicBezTo>
                  <a:pt x="6765418" y="3106998"/>
                  <a:pt x="6915912" y="3168656"/>
                  <a:pt x="7063296" y="3249111"/>
                </a:cubicBezTo>
                <a:cubicBezTo>
                  <a:pt x="7259384" y="3356109"/>
                  <a:pt x="8419402" y="3668148"/>
                  <a:pt x="8973756" y="3396114"/>
                </a:cubicBezTo>
                <a:cubicBezTo>
                  <a:pt x="9158605" y="3305372"/>
                  <a:pt x="9311830" y="3171197"/>
                  <a:pt x="9447530" y="3013844"/>
                </a:cubicBezTo>
                <a:cubicBezTo>
                  <a:pt x="9679940" y="2744223"/>
                  <a:pt x="9863772" y="2405006"/>
                  <a:pt x="10069449" y="2136655"/>
                </a:cubicBezTo>
                <a:cubicBezTo>
                  <a:pt x="10269347" y="1875860"/>
                  <a:pt x="10479659" y="1656531"/>
                  <a:pt x="10695305" y="1453077"/>
                </a:cubicBezTo>
                <a:cubicBezTo>
                  <a:pt x="11068304" y="1100779"/>
                  <a:pt x="11473688" y="804932"/>
                  <a:pt x="11949049" y="592525"/>
                </a:cubicBezTo>
                <a:cubicBezTo>
                  <a:pt x="12027916" y="557029"/>
                  <a:pt x="12108879" y="523881"/>
                  <a:pt x="12192064" y="493274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51" name="Vrije vorm: vorm 50">
            <a:extLst>
              <a:ext uri="{FF2B5EF4-FFF2-40B4-BE49-F238E27FC236}">
                <a16:creationId xmlns:a16="http://schemas.microsoft.com/office/drawing/2014/main" id="{53DBF85E-BA4E-5694-FA20-27A0B218C710}"/>
              </a:ext>
            </a:extLst>
          </p:cNvPr>
          <p:cNvSpPr/>
          <p:nvPr/>
        </p:nvSpPr>
        <p:spPr>
          <a:xfrm>
            <a:off x="1650" y="1290329"/>
            <a:ext cx="12191936" cy="3542673"/>
          </a:xfrm>
          <a:custGeom>
            <a:avLst/>
            <a:gdLst>
              <a:gd name="connsiteX0" fmla="*/ 0 w 12191936"/>
              <a:gd name="connsiteY0" fmla="*/ 307522 h 3542673"/>
              <a:gd name="connsiteX1" fmla="*/ 1250823 w 12191936"/>
              <a:gd name="connsiteY1" fmla="*/ 15930 h 3542673"/>
              <a:gd name="connsiteX2" fmla="*/ 5485956 w 12191936"/>
              <a:gd name="connsiteY2" fmla="*/ 1736590 h 3542673"/>
              <a:gd name="connsiteX3" fmla="*/ 6037644 w 12191936"/>
              <a:gd name="connsiteY3" fmla="*/ 2380480 h 3542673"/>
              <a:gd name="connsiteX4" fmla="*/ 6662611 w 12191936"/>
              <a:gd name="connsiteY4" fmla="*/ 2940550 h 3542673"/>
              <a:gd name="connsiteX5" fmla="*/ 7101268 w 12191936"/>
              <a:gd name="connsiteY5" fmla="*/ 3229983 h 3542673"/>
              <a:gd name="connsiteX6" fmla="*/ 9028811 w 12191936"/>
              <a:gd name="connsiteY6" fmla="*/ 3450265 h 3542673"/>
              <a:gd name="connsiteX7" fmla="*/ 9501950 w 12191936"/>
              <a:gd name="connsiteY7" fmla="*/ 3075869 h 3542673"/>
              <a:gd name="connsiteX8" fmla="*/ 10108502 w 12191936"/>
              <a:gd name="connsiteY8" fmla="*/ 2189282 h 3542673"/>
              <a:gd name="connsiteX9" fmla="*/ 10726738 w 12191936"/>
              <a:gd name="connsiteY9" fmla="*/ 1459540 h 3542673"/>
              <a:gd name="connsiteX10" fmla="*/ 12008612 w 12191936"/>
              <a:gd name="connsiteY10" fmla="*/ 509072 h 3542673"/>
              <a:gd name="connsiteX11" fmla="*/ 12191937 w 12191936"/>
              <a:gd name="connsiteY11" fmla="*/ 423727 h 354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36" h="3542673">
                <a:moveTo>
                  <a:pt x="0" y="307522"/>
                </a:moveTo>
                <a:cubicBezTo>
                  <a:pt x="400241" y="149788"/>
                  <a:pt x="823278" y="49649"/>
                  <a:pt x="1250823" y="15930"/>
                </a:cubicBezTo>
                <a:cubicBezTo>
                  <a:pt x="2820035" y="-113102"/>
                  <a:pt x="4451668" y="549013"/>
                  <a:pt x="5485956" y="1736590"/>
                </a:cubicBezTo>
                <a:cubicBezTo>
                  <a:pt x="5675503" y="1954268"/>
                  <a:pt x="5847207" y="2173788"/>
                  <a:pt x="6037644" y="2380480"/>
                </a:cubicBezTo>
                <a:cubicBezTo>
                  <a:pt x="6229033" y="2588062"/>
                  <a:pt x="6444933" y="2786626"/>
                  <a:pt x="6662611" y="2940550"/>
                </a:cubicBezTo>
                <a:cubicBezTo>
                  <a:pt x="6818122" y="3049707"/>
                  <a:pt x="6960934" y="3133019"/>
                  <a:pt x="7101268" y="3229983"/>
                </a:cubicBezTo>
                <a:cubicBezTo>
                  <a:pt x="7288911" y="3359650"/>
                  <a:pt x="8473630" y="3707503"/>
                  <a:pt x="9028811" y="3450265"/>
                </a:cubicBezTo>
                <a:cubicBezTo>
                  <a:pt x="9214930" y="3364031"/>
                  <a:pt x="9367710" y="3232015"/>
                  <a:pt x="9501950" y="3075869"/>
                </a:cubicBezTo>
                <a:cubicBezTo>
                  <a:pt x="9732264" y="2807835"/>
                  <a:pt x="9909619" y="2467475"/>
                  <a:pt x="10108502" y="2189282"/>
                </a:cubicBezTo>
                <a:cubicBezTo>
                  <a:pt x="10301415" y="1919343"/>
                  <a:pt x="10508805" y="1680964"/>
                  <a:pt x="10726738" y="1459540"/>
                </a:cubicBezTo>
                <a:cubicBezTo>
                  <a:pt x="11103801" y="1076190"/>
                  <a:pt x="11523535" y="749356"/>
                  <a:pt x="12008612" y="509072"/>
                </a:cubicBezTo>
                <a:cubicBezTo>
                  <a:pt x="12068619" y="479226"/>
                  <a:pt x="12129706" y="450779"/>
                  <a:pt x="12191937" y="423727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52" name="Vrije vorm: vorm 51">
            <a:extLst>
              <a:ext uri="{FF2B5EF4-FFF2-40B4-BE49-F238E27FC236}">
                <a16:creationId xmlns:a16="http://schemas.microsoft.com/office/drawing/2014/main" id="{52438BD2-5CEF-B57E-51B4-469035B73B9B}"/>
              </a:ext>
            </a:extLst>
          </p:cNvPr>
          <p:cNvSpPr/>
          <p:nvPr/>
        </p:nvSpPr>
        <p:spPr>
          <a:xfrm>
            <a:off x="1650" y="1296496"/>
            <a:ext cx="12191872" cy="3582249"/>
          </a:xfrm>
          <a:custGeom>
            <a:avLst/>
            <a:gdLst>
              <a:gd name="connsiteX0" fmla="*/ 0 w 12191872"/>
              <a:gd name="connsiteY0" fmla="*/ 333549 h 3582249"/>
              <a:gd name="connsiteX1" fmla="*/ 1334008 w 12191872"/>
              <a:gd name="connsiteY1" fmla="*/ 14843 h 3582249"/>
              <a:gd name="connsiteX2" fmla="*/ 5616321 w 12191872"/>
              <a:gd name="connsiteY2" fmla="*/ 1747631 h 3582249"/>
              <a:gd name="connsiteX3" fmla="*/ 6150928 w 12191872"/>
              <a:gd name="connsiteY3" fmla="*/ 2337228 h 3582249"/>
              <a:gd name="connsiteX4" fmla="*/ 6729540 w 12191872"/>
              <a:gd name="connsiteY4" fmla="*/ 2875518 h 3582249"/>
              <a:gd name="connsiteX5" fmla="*/ 7139368 w 12191872"/>
              <a:gd name="connsiteY5" fmla="*/ 3209909 h 3582249"/>
              <a:gd name="connsiteX6" fmla="*/ 9083993 w 12191872"/>
              <a:gd name="connsiteY6" fmla="*/ 3503469 h 3582249"/>
              <a:gd name="connsiteX7" fmla="*/ 9556496 w 12191872"/>
              <a:gd name="connsiteY7" fmla="*/ 3136947 h 3582249"/>
              <a:gd name="connsiteX8" fmla="*/ 10147618 w 12191872"/>
              <a:gd name="connsiteY8" fmla="*/ 2240899 h 3582249"/>
              <a:gd name="connsiteX9" fmla="*/ 10758297 w 12191872"/>
              <a:gd name="connsiteY9" fmla="*/ 1464929 h 3582249"/>
              <a:gd name="connsiteX10" fmla="*/ 12068302 w 12191872"/>
              <a:gd name="connsiteY10" fmla="*/ 424545 h 3582249"/>
              <a:gd name="connsiteX11" fmla="*/ 12191873 w 12191872"/>
              <a:gd name="connsiteY11" fmla="*/ 360029 h 358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872" h="3582249">
                <a:moveTo>
                  <a:pt x="0" y="333549"/>
                </a:moveTo>
                <a:cubicBezTo>
                  <a:pt x="425387" y="159623"/>
                  <a:pt x="877253" y="50022"/>
                  <a:pt x="1334008" y="14843"/>
                </a:cubicBezTo>
                <a:cubicBezTo>
                  <a:pt x="2919730" y="-109808"/>
                  <a:pt x="4560443" y="557831"/>
                  <a:pt x="5616321" y="1747631"/>
                </a:cubicBezTo>
                <a:cubicBezTo>
                  <a:pt x="5795963" y="1950069"/>
                  <a:pt x="5968238" y="2147808"/>
                  <a:pt x="6150928" y="2337228"/>
                </a:cubicBezTo>
                <a:cubicBezTo>
                  <a:pt x="6334570" y="2527665"/>
                  <a:pt x="6531419" y="2711688"/>
                  <a:pt x="6729540" y="2875518"/>
                </a:cubicBezTo>
                <a:cubicBezTo>
                  <a:pt x="6870700" y="2991786"/>
                  <a:pt x="7005765" y="3096307"/>
                  <a:pt x="7139368" y="3209909"/>
                </a:cubicBezTo>
                <a:cubicBezTo>
                  <a:pt x="7318312" y="3362118"/>
                  <a:pt x="8528431" y="3746992"/>
                  <a:pt x="9083993" y="3503469"/>
                </a:cubicBezTo>
                <a:cubicBezTo>
                  <a:pt x="9271508" y="3422062"/>
                  <a:pt x="9423718" y="3291951"/>
                  <a:pt x="9556496" y="3136947"/>
                </a:cubicBezTo>
                <a:cubicBezTo>
                  <a:pt x="9784588" y="2870565"/>
                  <a:pt x="9956102" y="2529316"/>
                  <a:pt x="10147618" y="2240899"/>
                </a:cubicBezTo>
                <a:cubicBezTo>
                  <a:pt x="10333990" y="1962070"/>
                  <a:pt x="10538016" y="1704387"/>
                  <a:pt x="10758297" y="1464929"/>
                </a:cubicBezTo>
                <a:cubicBezTo>
                  <a:pt x="11139424" y="1050528"/>
                  <a:pt x="11573446" y="692705"/>
                  <a:pt x="12068302" y="424545"/>
                </a:cubicBezTo>
                <a:cubicBezTo>
                  <a:pt x="12109069" y="402383"/>
                  <a:pt x="12150280" y="380920"/>
                  <a:pt x="12191873" y="360029"/>
                </a:cubicBezTo>
              </a:path>
            </a:pathLst>
          </a:custGeom>
          <a:noFill/>
          <a:ln w="127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4713" y="5457335"/>
            <a:ext cx="3433762" cy="311640"/>
          </a:xfrm>
        </p:spPr>
        <p:txBody>
          <a:bodyPr/>
          <a:lstStyle>
            <a:lvl1pPr marL="0" indent="0">
              <a:buNone/>
              <a:defRPr sz="24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Naam van spreker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ACF1EB8F-C1DB-64E5-C558-09648E5B0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82656"/>
            <a:ext cx="12193200" cy="264608"/>
          </a:xfrm>
        </p:spPr>
        <p:txBody>
          <a:bodyPr anchor="ctr" anchorCtr="0"/>
          <a:lstStyle>
            <a:lvl1pPr>
              <a:defRPr sz="1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l-NL" dirty="0"/>
              <a:t>Titel slide (wave)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342196B3-AAA0-4110-12B0-03A8C3F58E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4713" y="3776282"/>
            <a:ext cx="7218362" cy="1612900"/>
          </a:xfrm>
        </p:spPr>
        <p:txBody>
          <a:bodyPr anchor="b" anchorCtr="0"/>
          <a:lstStyle>
            <a:lvl1pPr marL="0" indent="0"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05B5720B-8744-9913-025C-B6FA50B36842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54A2ADC-7047-60AA-7BCB-D815D860AE38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874713" y="1089024"/>
            <a:ext cx="2418993" cy="779609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3253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autoRev="1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10" dur="4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12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1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16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autoRev="1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18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20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autoRev="1" fill="remove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22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autoRev="1" fill="remove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24" dur="4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autoRev="1" fill="remove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26" dur="4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autoRev="1" fill="remove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28" dur="4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remove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30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repeatCount="indefinite" accel="50000" decel="50000" autoRev="1" fill="remove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32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repeatCount="indefinite" accel="50000" decel="50000" autoRev="1" fill="remove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34" dur="4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repeatCount="indefinite" accel="50000" decel="50000" autoRev="1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36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repeatCount="indefinite" accel="50000" decel="50000" autoRev="1" fill="remove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38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repeatCount="indefinite" accel="50000" decel="50000" autoRev="1" fill="remove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40" dur="4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repeatCount="indefinite" accel="50000" decel="50000" autoRev="1" fill="remove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42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repeatCount="indefinite" accel="50000" decel="50000" autoRev="1" fill="remove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44" dur="4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repeatCount="indefinite" accel="50000" decel="50000" autoRev="1" fill="remove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46" dur="4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repeatCount="indefinite" accel="50000" decel="50000" autoRev="1" fill="remove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48" dur="4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repeatCount="indefinite" accel="50000" decel="50000" autoRev="1" fill="remove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50" dur="4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repeatCount="indefinite" accel="50000" decel="50000" autoRev="1" fill="remove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52" dur="4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repeatCount="indefinite" accel="50000" decel="50000" autoRev="1" fill="remove" grpId="0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54" dur="4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repeatCount="indefinite" accel="50000" decel="50000" autoRev="1" fill="remove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56" dur="4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repeatCount="indefinite" accel="50000" decel="50000" autoRev="1" fill="remove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58" dur="4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repeatCount="indefinite" accel="50000" decel="50000" autoRev="1" fill="remove" grpId="0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0" dur="4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repeatCount="indefinite" accel="50000" decel="50000" autoRev="1" fill="remove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2" dur="4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repeatCount="indefinite" accel="50000" decel="50000" autoRev="1" fill="remove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4" dur="4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repeatCount="indefinite" accel="50000" decel="50000" autoRev="1" fill="remove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6" dur="4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repeatCount="indefinite" accel="50000" decel="50000" autoRev="1" fill="remove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68" dur="4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repeatCount="indefinite" accel="50000" decel="50000" autoRev="1" fill="remove" grpId="0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70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repeatCount="indefinite" accel="50000" decel="50000" autoRev="1" fill="remove" grpId="0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72" dur="4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repeatCount="indefinite" accel="50000" decel="50000" autoRev="1" fill="remove" grpId="0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74" dur="4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repeatCount="indefinite" accel="50000" decel="50000" autoRev="1" fill="remove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76" dur="4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repeatCount="indefinite" accel="50000" decel="50000" autoRev="1" fill="remove" grpId="0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78" dur="4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repeatCount="indefinite" accel="50000" decel="50000" autoRev="1" fill="remove" grpId="0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80" dur="4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repeatCount="indefinite" accel="50000" decel="50000" autoRev="1" fill="remove" grpId="0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82" dur="4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repeatCount="indefinite" accel="50000" decel="50000" autoRev="1" fill="remove" grpId="0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-2.08333E-7 -4.07407E-6 L -2.08333E-7 0.03496 " pathEditMode="relative" rAng="0" ptsTypes="AA">
                                      <p:cBhvr>
                                        <p:cTn id="84" dur="4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zwart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17FAAE1-C614-4125-97DB-A593375C9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E507B29-D281-40F1-A879-AD5367957C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089026"/>
            <a:ext cx="10441428" cy="46799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000">
                <a:solidFill>
                  <a:schemeClr val="bg1"/>
                </a:solidFill>
              </a:defRPr>
            </a:lvl6pPr>
            <a:lvl7pPr>
              <a:defRPr sz="16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49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C5ABC91F-E106-9A23-F0DF-B1AEBEB196CC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E0E9EBF2-D29A-DBD8-E08E-870633FF6F7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B0F17C1D-01E3-E547-166C-5718379BF8B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6F27A34-4653-527E-E7F4-2F905B50465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3FCBC759-C712-1119-9DA8-F5BBD4942BC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155962F-86A7-67B5-882D-9F6B00E2BCC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16171F3-11F2-1D91-9727-1A858D04DED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79036C48-0F81-F4AB-E2C4-6EB1B72F03EA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DBEBB751-2F2C-8EB5-E63F-FAFB7BB49CD8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134EF562-FBF1-DAB4-34C9-F835AEC8FB7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3DE8809-8443-671A-0086-84D7F201CDB0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DF32DE0-5334-704C-695C-9AF70AAC4DA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6CB49B0-1A78-47AD-AE7E-34CF84597A37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22728E72-522E-0F8C-571F-DA64FBCB904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80177CBA-6F55-DEC4-4F28-2E41BD32BEB6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4310DA44-3807-C6B0-6432-4480271D30B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90978EF8-7701-948E-1619-CA500AFB49C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A93E51AE-608D-12F9-9091-F103B9232AE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536471B4-8032-83B4-789A-7C84A96F82F7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600A8EB8-EBC8-47EA-87CB-E16B2BEDE2B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63E38C23-B7ED-6D05-CE93-AD68E9579CF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A6F11733-168E-923D-72DD-7B07EC00409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2" name="ICOON_info">
              <a:extLst>
                <a:ext uri="{FF2B5EF4-FFF2-40B4-BE49-F238E27FC236}">
                  <a16:creationId xmlns:a16="http://schemas.microsoft.com/office/drawing/2014/main" id="{2C976B4A-9858-6BBA-6648-81002B2A7188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5064B017-D15E-B9FF-E51D-C88445D55ED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Graphic 163" descr="Informatie">
                <a:extLst>
                  <a:ext uri="{FF2B5EF4-FFF2-40B4-BE49-F238E27FC236}">
                    <a16:creationId xmlns:a16="http://schemas.microsoft.com/office/drawing/2014/main" id="{1C2D5197-CBFC-8C8B-F434-4AD734C40BE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3" name="VOORBEELD">
              <a:extLst>
                <a:ext uri="{FF2B5EF4-FFF2-40B4-BE49-F238E27FC236}">
                  <a16:creationId xmlns:a16="http://schemas.microsoft.com/office/drawing/2014/main" id="{79029E39-9DFE-2A70-6261-E2CD4A9A163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E9C007B5-BF82-66EB-2602-C8E58632328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98C35CB-A401-73A7-D6DF-0D7BE4B1251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D7CBF20F-9F5A-39E6-DC2B-7686A957E47B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24C16AE5-DFEF-1C63-5ECC-1E8904C1383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9058173D-E21A-F6AB-D5EC-40ECEBF83F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5F6011B8-C472-B177-E926-60E0878D34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2D7803A-F890-903D-D9F8-DC5697083F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F28B2D2-3CE3-09B2-F7D6-424E36820C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5317610-EB3E-BC0F-C520-4CBFD7E0E3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4" name="Pijl: rechts 73">
                  <a:extLst>
                    <a:ext uri="{FF2B5EF4-FFF2-40B4-BE49-F238E27FC236}">
                      <a16:creationId xmlns:a16="http://schemas.microsoft.com/office/drawing/2014/main" id="{4E064459-B9DD-880C-B147-CC9E4C756CA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Groep 42">
                <a:extLst>
                  <a:ext uri="{FF2B5EF4-FFF2-40B4-BE49-F238E27FC236}">
                    <a16:creationId xmlns:a16="http://schemas.microsoft.com/office/drawing/2014/main" id="{CD14CA6B-24B5-8A50-016F-4D5E771BCBE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6" name="Groep 65">
                  <a:extLst>
                    <a:ext uri="{FF2B5EF4-FFF2-40B4-BE49-F238E27FC236}">
                      <a16:creationId xmlns:a16="http://schemas.microsoft.com/office/drawing/2014/main" id="{AC39DA60-9F42-D0DF-B545-BAB67BF6E58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BF7228F6-EDC2-867F-04FD-AD336D681F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DC43545-423A-483F-020A-B81DDAC011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385B2D24-8B73-A7EF-590E-B2B3B96D7C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A9A1C5D0-227C-85D8-5CD6-BD05C341BE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21300C61-2FD7-EBF4-3D9F-BAC3E380F3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Pijl: rechts 66">
                  <a:extLst>
                    <a:ext uri="{FF2B5EF4-FFF2-40B4-BE49-F238E27FC236}">
                      <a16:creationId xmlns:a16="http://schemas.microsoft.com/office/drawing/2014/main" id="{FF36781F-7FCF-0D4A-A9D4-C749E099C0C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3EDB67FD-92DF-1F05-9778-0A4925DECCB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05A819C7-C6AA-8A0A-081D-469E723854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8948AA8-36CF-424E-C7AD-85182A2CD1C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E92786C4-F48E-5F64-59B7-ED95A0DC606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6D687E54-0619-B26E-729F-EA1075E2F05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8" name="Rechthoek 57">
                  <a:extLst>
                    <a:ext uri="{FF2B5EF4-FFF2-40B4-BE49-F238E27FC236}">
                      <a16:creationId xmlns:a16="http://schemas.microsoft.com/office/drawing/2014/main" id="{D576814B-CC1A-A137-FFF2-B204069439E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DF2A6947-6880-7DDA-CBE2-08D076EA39F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2C564DE1-65B7-41B3-1BEF-904919686A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15358178-6C80-C71E-12E6-FF761F764B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3DF4461B-8B44-A655-6437-4A823C79CA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2F1AF730-35ED-69D6-4B95-366BCDC916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50F8E43-94BD-812D-ED66-CD8E051025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0" name="Pijl: rechts 59">
                  <a:extLst>
                    <a:ext uri="{FF2B5EF4-FFF2-40B4-BE49-F238E27FC236}">
                      <a16:creationId xmlns:a16="http://schemas.microsoft.com/office/drawing/2014/main" id="{05F92DD0-BF2E-BD7B-08A6-1BCCD753E3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AEC354E3-DB4F-856D-F4C3-73B4DEDB7203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0" name="Rechthoek 49">
                  <a:extLst>
                    <a:ext uri="{FF2B5EF4-FFF2-40B4-BE49-F238E27FC236}">
                      <a16:creationId xmlns:a16="http://schemas.microsoft.com/office/drawing/2014/main" id="{2ECF923A-74D1-F705-92ED-7098352BEB6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0476AC57-0A4C-B7FD-5F25-78978381BEC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319AF40-BFF6-5090-4C4D-FAE2CC1A82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22E3D6EB-16E2-F38E-07E2-202405B18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58326CC5-728E-5453-C6C6-C88A81C9FA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E32784D9-BFBD-3D3C-CF25-887E710B35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B2BAC1EF-1773-7357-20C8-D267CC4D49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" name="Pijl: rechts 51">
                  <a:extLst>
                    <a:ext uri="{FF2B5EF4-FFF2-40B4-BE49-F238E27FC236}">
                      <a16:creationId xmlns:a16="http://schemas.microsoft.com/office/drawing/2014/main" id="{DA84EA59-0D29-8E3B-C046-7337ADB695A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09476D98-A5F5-2BFC-9FEA-BC40C9A64C7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5" name="Inspireren">
                <a:extLst>
                  <a:ext uri="{FF2B5EF4-FFF2-40B4-BE49-F238E27FC236}">
                    <a16:creationId xmlns:a16="http://schemas.microsoft.com/office/drawing/2014/main" id="{A8E7F92E-1BB7-5CB0-6914-43FECF23681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DBC2A3AC-7539-B313-762B-80874209C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38" name="Freeform 13">
                  <a:extLst>
                    <a:ext uri="{FF2B5EF4-FFF2-40B4-BE49-F238E27FC236}">
                      <a16:creationId xmlns:a16="http://schemas.microsoft.com/office/drawing/2014/main" id="{F90A58A8-E609-E539-7783-06B8862F21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39" name="Freeform 14">
                  <a:extLst>
                    <a:ext uri="{FF2B5EF4-FFF2-40B4-BE49-F238E27FC236}">
                      <a16:creationId xmlns:a16="http://schemas.microsoft.com/office/drawing/2014/main" id="{2D1CDE20-2325-4BC2-24E7-C85E8C47AE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E60DDA33-305D-9EA2-4844-E59D01DBF325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96F47837-98F1-FC47-3697-4307982E21F7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302041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in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8AB9285D-949A-9664-7F9E-20F4E35CA87A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3085DAB8-4411-EB75-819C-0ACB2DC5036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69595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Quote in textbox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C0316D8B-1E0B-AE52-9323-0DB2F78B3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860" y="3374843"/>
            <a:ext cx="4602163" cy="2393788"/>
          </a:xfrm>
          <a:solidFill>
            <a:schemeClr val="tx2"/>
          </a:solidFill>
        </p:spPr>
        <p:txBody>
          <a:bodyPr lIns="360000" tIns="360000" rIns="360000" bIns="360000" anchor="ctr" anchorCtr="0"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Plaats hier je quote met maximaal 5 regels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E2AD809-D973-444C-700F-173E3759E2B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50" name="Titel 2">
            <a:extLst>
              <a:ext uri="{FF2B5EF4-FFF2-40B4-BE49-F238E27FC236}">
                <a16:creationId xmlns:a16="http://schemas.microsoft.com/office/drawing/2014/main" id="{1BFDC32B-5F3D-B7ED-906D-AC6BE7A13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51" name="Tijdelijke aanduiding voor tekst 4">
            <a:extLst>
              <a:ext uri="{FF2B5EF4-FFF2-40B4-BE49-F238E27FC236}">
                <a16:creationId xmlns:a16="http://schemas.microsoft.com/office/drawing/2014/main" id="{3CD64EF8-54CD-E7B3-9CC5-96C838D921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218" name="INSTRUCTIE">
            <a:extLst>
              <a:ext uri="{FF2B5EF4-FFF2-40B4-BE49-F238E27FC236}">
                <a16:creationId xmlns:a16="http://schemas.microsoft.com/office/drawing/2014/main" id="{80E8B5F6-150B-7473-D5EE-E123B0A30BBA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219" name="Rechthoek 218">
              <a:extLst>
                <a:ext uri="{FF2B5EF4-FFF2-40B4-BE49-F238E27FC236}">
                  <a16:creationId xmlns:a16="http://schemas.microsoft.com/office/drawing/2014/main" id="{E247123E-66FD-2771-0079-79196B2436CE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229AC793-363C-6553-6B7D-378A1A39586E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1" name="Gelijkbenige driehoek 220">
              <a:extLst>
                <a:ext uri="{FF2B5EF4-FFF2-40B4-BE49-F238E27FC236}">
                  <a16:creationId xmlns:a16="http://schemas.microsoft.com/office/drawing/2014/main" id="{355B201F-284E-6767-1538-CE6174406DAA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INSTRUCTIE">
            <a:extLst>
              <a:ext uri="{FF2B5EF4-FFF2-40B4-BE49-F238E27FC236}">
                <a16:creationId xmlns:a16="http://schemas.microsoft.com/office/drawing/2014/main" id="{ED7AE1D8-7D03-458B-CA3E-9170072555C4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C85A8E47-0F56-E010-5207-F60033F4CC9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5894DCB0-687F-88CB-E894-442D065322B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53D8EA6-95A6-2467-1919-592E58FC5176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FC078072-0D94-438B-8F6A-B2205E21DC2B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FB5B2BA-8A64-7368-B322-8DD9F2A1B37C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0C5D9090-D95F-E30E-168C-563CD9A0B0D4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8D03CA60-6FBC-00D8-46E9-04F0CC38A504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F67FB7B0-77CF-DFFC-CE4C-B516F34F1E86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1F34E311-13E7-5BBB-8340-5B40595AF9BB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5BEA37FF-E725-0930-0156-7611C9EB9E83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166F6E99-8DDB-C923-664E-481B44198BB2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162FA4D3-FB82-78CD-5723-5B7345E30D5C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30B1A1D1-F842-E3CB-C393-0A8131C65D82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Gelijkbenige driehoek 61">
                <a:extLst>
                  <a:ext uri="{FF2B5EF4-FFF2-40B4-BE49-F238E27FC236}">
                    <a16:creationId xmlns:a16="http://schemas.microsoft.com/office/drawing/2014/main" id="{7B680260-85EC-421A-C97D-9D59696CCC2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E00A9C0C-A87F-B70A-D348-7A944F9FE22F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2" name="Rechthoek 131">
                  <a:extLst>
                    <a:ext uri="{FF2B5EF4-FFF2-40B4-BE49-F238E27FC236}">
                      <a16:creationId xmlns:a16="http://schemas.microsoft.com/office/drawing/2014/main" id="{838C55BE-1B7B-15DC-0D8E-C208EA63CF5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3" name="Rechthoek 132">
                  <a:extLst>
                    <a:ext uri="{FF2B5EF4-FFF2-40B4-BE49-F238E27FC236}">
                      <a16:creationId xmlns:a16="http://schemas.microsoft.com/office/drawing/2014/main" id="{F1994D88-D3C0-BCD7-571D-D9047C0A2AB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9A77F76D-D28F-3469-4032-628BE977169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D4CE4568-AFD2-3C96-21B8-2F8BDF465E9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32534556-53D2-F82C-2ED9-A3878496CBCB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EE258B17-348A-CB73-BD2B-7007F09CFE2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C4E96089-605A-9087-3976-170ED6A8021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5E15F97E-D356-5C41-086C-D17F587EB1CB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9C6BC4AE-8310-E6D4-A038-B4667BEA2264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3" name="Vrije vorm: vorm 52">
                  <a:extLst>
                    <a:ext uri="{FF2B5EF4-FFF2-40B4-BE49-F238E27FC236}">
                      <a16:creationId xmlns:a16="http://schemas.microsoft.com/office/drawing/2014/main" id="{564BF0E2-0F0C-7ADA-7EA9-0391FDE29909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FE20DB57-617B-4012-55D7-701473FD35FE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5" name="Vrije vorm: vorm 54">
                    <a:extLst>
                      <a:ext uri="{FF2B5EF4-FFF2-40B4-BE49-F238E27FC236}">
                        <a16:creationId xmlns:a16="http://schemas.microsoft.com/office/drawing/2014/main" id="{B477000B-A8B3-EB1D-DC7B-DD48C8D64D79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6" name="Vrije vorm: vorm 55">
                    <a:extLst>
                      <a:ext uri="{FF2B5EF4-FFF2-40B4-BE49-F238E27FC236}">
                        <a16:creationId xmlns:a16="http://schemas.microsoft.com/office/drawing/2014/main" id="{D51DF340-25A6-AADE-A543-B94F2CB71BF7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2" name="Tekstvak 51">
                <a:extLst>
                  <a:ext uri="{FF2B5EF4-FFF2-40B4-BE49-F238E27FC236}">
                    <a16:creationId xmlns:a16="http://schemas.microsoft.com/office/drawing/2014/main" id="{84948C20-5917-01A0-32E2-14921A7DD770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542C79DA-8761-7131-6880-138DF582BF26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DE029366-38FF-530E-07EF-9C77F403EC7B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49BA5F9-F6C0-26AD-8F2A-7F8A4CF80CE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01671483-6A2D-2E3C-30D9-974F5453DB3C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F15965E2-8A6A-5566-5A6B-B45CCCD91BF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FA6341AF-0EF6-15A7-7B2D-558B30FCCDB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F03B7213-EAE7-4FC8-ED4E-75D48D222A9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4E06E885-D63C-139C-9FFC-0216D7EA6FB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5E1E4650-0D96-3E45-9C2B-8F5FD0DB65B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B7540F93-E8A7-1F8A-9091-189B3A64169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CB2F05D1-D9FF-A8E6-D81F-0317D8718C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E88BB430-EAD3-E889-075A-0F3AA3548C0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408075C7-1836-09BB-7382-5A81DC1C0AF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B3B7570-1A32-A12A-7543-72A2712A88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E92FFCDE-9EED-6298-951C-720ABB08278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2A81CC3A-F15F-EF48-005F-BC06B9616A8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9CEDA26C-6669-3F5A-E79B-36AD9A2D50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FDC8B01D-8187-FFA6-5492-293B325585C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6B59468-FF86-D45C-49F5-A04BEF0781D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0A6CA94A-6336-990D-56F3-9AC066C1EBA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827F7CE-5E76-1575-E992-1F7EC33C04A5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DD1E55DF-D307-B58A-FB4B-588D741D6962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2DAB2B0E-92C1-C04F-A827-F413DCC1542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2E812194-B490-40AF-C5B0-870CD8D65E2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474ADA8E-909C-0B90-FFAD-416C9147867A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CC38CC50-B12E-1644-2F2A-93F722D4A0F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4AAB4DCE-EE1B-95E7-649C-A68463433E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C9F174BF-066F-7264-18A4-2A867380D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F717D916-669E-6989-C1A4-DA4EAA86097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EEE60F42-E600-A440-6BF4-374F154803F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6814402-42B6-2692-2D10-E49BE1B93179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386561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8AB9285D-949A-9664-7F9E-20F4E35CA87A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4" name="Tijdelijke aanduiding voor tekst 13">
            <a:extLst>
              <a:ext uri="{FF2B5EF4-FFF2-40B4-BE49-F238E27FC236}">
                <a16:creationId xmlns:a16="http://schemas.microsoft.com/office/drawing/2014/main" id="{EC8E31A6-D07F-9318-911E-C9D2190DC4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69595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57" name="Tijdelijke aanduiding voor tekst 56">
            <a:extLst>
              <a:ext uri="{FF2B5EF4-FFF2-40B4-BE49-F238E27FC236}">
                <a16:creationId xmlns:a16="http://schemas.microsoft.com/office/drawing/2014/main" id="{A63CE454-FB92-B805-3B71-79300E8181D4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-7024" y="1997554"/>
            <a:ext cx="12192000" cy="44323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Quote with image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E2AD809-D973-444C-700F-173E3759E2B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E8580B4-5F0D-1B3E-0F32-B4671C163A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860" y="2745230"/>
            <a:ext cx="3890963" cy="2080770"/>
          </a:xfrm>
          <a:noFill/>
        </p:spPr>
        <p:txBody>
          <a:bodyPr lIns="0" tIns="0" rIns="0" bIns="0" anchor="ctr" anchorCtr="0"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Plaats hier je quote met maximaal 5 regels</a:t>
            </a:r>
          </a:p>
        </p:txBody>
      </p:sp>
      <p:sp>
        <p:nvSpPr>
          <p:cNvPr id="151" name="Titel 2">
            <a:extLst>
              <a:ext uri="{FF2B5EF4-FFF2-40B4-BE49-F238E27FC236}">
                <a16:creationId xmlns:a16="http://schemas.microsoft.com/office/drawing/2014/main" id="{5BB1D2F1-E290-7E12-FCA1-97764E769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52" name="Tijdelijke aanduiding voor tekst 4">
            <a:extLst>
              <a:ext uri="{FF2B5EF4-FFF2-40B4-BE49-F238E27FC236}">
                <a16:creationId xmlns:a16="http://schemas.microsoft.com/office/drawing/2014/main" id="{D3D13AEA-C7E2-870E-8C57-E489697477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219" name="INSTRUCTIE">
            <a:extLst>
              <a:ext uri="{FF2B5EF4-FFF2-40B4-BE49-F238E27FC236}">
                <a16:creationId xmlns:a16="http://schemas.microsoft.com/office/drawing/2014/main" id="{36D9641A-6666-5DCC-F5C7-E75D2CE47656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F061B58A-E51D-6902-131E-DCC3C09724B1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342A6886-7970-DBD7-E2C2-0B967A089218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2" name="Gelijkbenige driehoek 221">
              <a:extLst>
                <a:ext uri="{FF2B5EF4-FFF2-40B4-BE49-F238E27FC236}">
                  <a16:creationId xmlns:a16="http://schemas.microsoft.com/office/drawing/2014/main" id="{2CD8172E-46EF-442A-DF65-3DF7FC7E0030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INSTRUCTIE">
            <a:extLst>
              <a:ext uri="{FF2B5EF4-FFF2-40B4-BE49-F238E27FC236}">
                <a16:creationId xmlns:a16="http://schemas.microsoft.com/office/drawing/2014/main" id="{5A720EF3-C2A2-0775-1AA6-B5CDB98B3AFC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710D8701-25FB-97A8-2837-37788C35892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9AD6C444-3F20-CE89-DB33-F352F100793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89B6593-0760-C972-D3D8-5933406C7BF9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C27AC22-4FFD-90A6-D4BE-6D2325283DB6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C29BE2F5-6120-E996-1A8C-5D64857EEB17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832FA436-392D-7EC7-F98D-8ABEEA2ED3C6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D8CB2EAB-52A9-F3D8-262F-8191C23638B5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F11B8979-1B2B-7578-DC0A-66C4311382FE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756C3879-F69F-8F8C-E5DB-A247ACF30502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1EC512EB-BEFE-B7EC-368B-2278880E360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410CB1FB-D22C-A02B-41C7-701D07695B82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D305E44F-B2AC-2F71-7206-91150B64551E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2" name="Vrije vorm: vorm 61">
                <a:extLst>
                  <a:ext uri="{FF2B5EF4-FFF2-40B4-BE49-F238E27FC236}">
                    <a16:creationId xmlns:a16="http://schemas.microsoft.com/office/drawing/2014/main" id="{DB665E0E-151F-F449-9E6E-72DB82FA8B7A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Gelijkbenige driehoek 62">
                <a:extLst>
                  <a:ext uri="{FF2B5EF4-FFF2-40B4-BE49-F238E27FC236}">
                    <a16:creationId xmlns:a16="http://schemas.microsoft.com/office/drawing/2014/main" id="{A05076BC-2CFF-3182-BD9A-182D0CC60A9F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6F4D2341-6001-49C8-49CF-E8612EDAEE07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3" name="Rechthoek 132">
                  <a:extLst>
                    <a:ext uri="{FF2B5EF4-FFF2-40B4-BE49-F238E27FC236}">
                      <a16:creationId xmlns:a16="http://schemas.microsoft.com/office/drawing/2014/main" id="{420150DB-5A19-B880-2503-DB197D9C51DF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771D8D92-9DE3-3185-3ADE-F9C9B814FA6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5" name="Rechthoek 134">
                  <a:extLst>
                    <a:ext uri="{FF2B5EF4-FFF2-40B4-BE49-F238E27FC236}">
                      <a16:creationId xmlns:a16="http://schemas.microsoft.com/office/drawing/2014/main" id="{BF03DD21-819A-862C-0B33-760D5ADF3E7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9" name="Groep 128">
                <a:extLst>
                  <a:ext uri="{FF2B5EF4-FFF2-40B4-BE49-F238E27FC236}">
                    <a16:creationId xmlns:a16="http://schemas.microsoft.com/office/drawing/2014/main" id="{D362557D-9AF7-C9F8-DBEF-0DEC8FCF05BA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5F8C7E4-AFDC-2C01-C16C-F157D2DBE2C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AA4F5B42-42DC-A413-749C-59A217B9F74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2" name="Rechthoek 131">
                  <a:extLst>
                    <a:ext uri="{FF2B5EF4-FFF2-40B4-BE49-F238E27FC236}">
                      <a16:creationId xmlns:a16="http://schemas.microsoft.com/office/drawing/2014/main" id="{44242D2B-5F2D-5A97-0319-F69EA630C116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16FCB12-2351-BB57-9185-D572C621A751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BE0715BB-2EB8-E1D9-2E44-D135BF7E825A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3" name="Vrije vorm: vorm 52">
                  <a:extLst>
                    <a:ext uri="{FF2B5EF4-FFF2-40B4-BE49-F238E27FC236}">
                      <a16:creationId xmlns:a16="http://schemas.microsoft.com/office/drawing/2014/main" id="{24656F32-2685-BCE1-D861-809818435DFE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D49AECA5-7653-107D-F801-8456B1DC2A95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5" name="Vrije vorm: vorm 54">
                    <a:extLst>
                      <a:ext uri="{FF2B5EF4-FFF2-40B4-BE49-F238E27FC236}">
                        <a16:creationId xmlns:a16="http://schemas.microsoft.com/office/drawing/2014/main" id="{98F77C5F-360E-5191-DB24-6DB5AED67A68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6" name="Vrije vorm: vorm 55">
                    <a:extLst>
                      <a:ext uri="{FF2B5EF4-FFF2-40B4-BE49-F238E27FC236}">
                        <a16:creationId xmlns:a16="http://schemas.microsoft.com/office/drawing/2014/main" id="{778B3E4D-DE6C-C4DA-D924-822A7ABC97FC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2" name="Tekstvak 51">
                <a:extLst>
                  <a:ext uri="{FF2B5EF4-FFF2-40B4-BE49-F238E27FC236}">
                    <a16:creationId xmlns:a16="http://schemas.microsoft.com/office/drawing/2014/main" id="{5AB5B8A8-9441-46E7-5C5D-02DC021B91AF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EF7641D3-7D9B-9514-A56E-51811A04B5A4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7979E55-F58D-3553-B7F4-A1B45CEA2A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7BF4D547-C5DD-6338-C0BC-C55D8DE33BC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C0DDA993-2131-8C17-E53A-0D07EA6DC33E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778220B0-44EC-69A3-E293-0DDE8B8B2DFA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AB744FF3-F1C7-1EBF-4F4B-3BAA5605CAB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816193F7-1AE4-0CDB-37D0-843ADC8B233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FE0A2608-6D0F-D8EC-B345-4FA8B484FDA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0A7FAAED-538C-93F9-B80C-1A24C436E71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9A0EDA4C-7051-B6DA-AF84-1A5AC71B62C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E213398F-A06C-12EB-4A8D-4AE11258216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C58664C4-E8BB-36FA-2FE6-2CC543356E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CDD2FD62-5AFF-AA78-36DB-874399C8836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AD5DFD7B-B369-C5C6-E3F3-A08429E5C4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00D2FF20-6F6F-0AAC-5FA2-C7B3595BC3E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2916C6C2-FC1B-FB2C-2915-CDD95BD84EA0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1E01DB5C-CF6D-5D14-5F7D-557AC275F9F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4E129896-243A-AB24-07C0-D019B2E4735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D173BE4C-6853-6B6C-24CD-C733C988F74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BAB0965B-4970-BFAF-A327-A27B48BA832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F9239A2-C02C-D2F7-92C7-97AFA8B5C69F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03BC625C-0FA3-9EAE-D573-AB27B8F8A6A1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F38A14D0-A3F7-3B35-3CF3-E54A503E1B8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AF2FA521-E4AF-586C-F3CE-BD7EF1D0A19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2D0F6D3A-B993-903C-DAFE-C9AE6B053502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B975DF06-4514-FCD4-2A53-B8ED8F2AFB0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1353FCFF-7ABC-2343-C835-8C61104B20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1EE37428-E206-A651-24E7-D323C72085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F84DB5A1-9691-D5AB-FDF3-2BBA71BB25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995FA820-44CC-2A75-4129-09F8DA3B7E35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36" name="Picture Placeholder 2">
            <a:extLst>
              <a:ext uri="{FF2B5EF4-FFF2-40B4-BE49-F238E27FC236}">
                <a16:creationId xmlns:a16="http://schemas.microsoft.com/office/drawing/2014/main" id="{F53A48EB-6EC3-4082-2457-97B71EAE3BBB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3291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8AB9285D-949A-9664-7F9E-20F4E35CA87A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4" name="Tijdelijke aanduiding voor tekst 13">
            <a:extLst>
              <a:ext uri="{FF2B5EF4-FFF2-40B4-BE49-F238E27FC236}">
                <a16:creationId xmlns:a16="http://schemas.microsoft.com/office/drawing/2014/main" id="{EC8E31A6-D07F-9318-911E-C9D2190DC4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D324992F-AE3D-67AB-44B0-E84FC6356738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0" y="932688"/>
            <a:ext cx="12192000" cy="5689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Text, quote &amp; image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E2AD809-D973-444C-700F-173E3759E2B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836613"/>
            <a:ext cx="119760" cy="4932018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E8580B4-5F0D-1B3E-0F32-B4671C163A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42187" y="3886200"/>
            <a:ext cx="3890963" cy="1638300"/>
          </a:xfrm>
          <a:noFill/>
        </p:spPr>
        <p:txBody>
          <a:bodyPr lIns="0" tIns="0" rIns="0" bIns="0" anchor="ctr" anchorCtr="0"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Plaats hier je quote met maximaal 5 regels</a:t>
            </a:r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EB03C3AD-0422-9458-BA75-E7AFEF9B3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881188"/>
            <a:ext cx="4526402" cy="3887787"/>
          </a:xfrm>
        </p:spPr>
        <p:txBody>
          <a:bodyPr anchor="b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000">
                <a:solidFill>
                  <a:schemeClr val="bg1"/>
                </a:solidFill>
              </a:defRPr>
            </a:lvl6pPr>
            <a:lvl7pPr>
              <a:defRPr sz="16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152" name="Titel 2">
            <a:extLst>
              <a:ext uri="{FF2B5EF4-FFF2-40B4-BE49-F238E27FC236}">
                <a16:creationId xmlns:a16="http://schemas.microsoft.com/office/drawing/2014/main" id="{061CA173-2FE4-06CD-7567-8BEFED2ED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53" name="Tijdelijke aanduiding voor tekst 4">
            <a:extLst>
              <a:ext uri="{FF2B5EF4-FFF2-40B4-BE49-F238E27FC236}">
                <a16:creationId xmlns:a16="http://schemas.microsoft.com/office/drawing/2014/main" id="{CE6C750A-69D5-B55D-7785-D0EA984241C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15F2B8C3-CBA3-0507-FB08-738FD7CD5860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AED0F259-8A14-D6DD-AF71-18F2B713AA9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51" name="Ovaal 150">
              <a:extLst>
                <a:ext uri="{FF2B5EF4-FFF2-40B4-BE49-F238E27FC236}">
                  <a16:creationId xmlns:a16="http://schemas.microsoft.com/office/drawing/2014/main" id="{D0D51F01-B422-6704-FE3A-59F364AEA15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475E8F08-A4E6-C74F-6A28-66D00999914F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1E051D86-BE3C-96D4-BCB8-2EA0135B9D2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6689BA3-BC80-26E3-17EA-AF4B9559CA8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1BF0416-7F42-947F-0A32-495450FB602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92BBCFC1-D351-0745-1650-320598D6973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D255A701-279E-3A4D-F8AE-94CAE613A1FF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061C3444-BA6B-98F3-A3F8-5EF8BEB9809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FA19EDC8-23EC-5C6F-0C41-CFBAFFB6670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49E5B8C7-8810-C17E-7CCD-243ECBCC82A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1B66B481-4FAC-8072-2BA4-BA5BFC5F96E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96D1214E-C29F-9727-BFF1-6E849531BBE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8A3DE7D1-A33E-0CFC-38EC-684B90C33417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66" name="Ovaal 165">
              <a:extLst>
                <a:ext uri="{FF2B5EF4-FFF2-40B4-BE49-F238E27FC236}">
                  <a16:creationId xmlns:a16="http://schemas.microsoft.com/office/drawing/2014/main" id="{B0E818A2-D406-9F28-1EFE-0EBF6AE66732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B3887BC6-CD3F-E665-7535-638B49BABED5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37EA8B20-D3F8-567D-E00F-A77207EA0261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69" name="Rechthoek 168">
              <a:extLst>
                <a:ext uri="{FF2B5EF4-FFF2-40B4-BE49-F238E27FC236}">
                  <a16:creationId xmlns:a16="http://schemas.microsoft.com/office/drawing/2014/main" id="{89C53819-A9E6-8EAD-AE35-01165EDA282F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70" name="Ovaal 169">
              <a:extLst>
                <a:ext uri="{FF2B5EF4-FFF2-40B4-BE49-F238E27FC236}">
                  <a16:creationId xmlns:a16="http://schemas.microsoft.com/office/drawing/2014/main" id="{9EB50F00-A41D-2017-A3A7-AEB08963EEE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2FE6434B-ADE6-7BB5-1989-5222AA61320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172" name="Rechthoek 171">
              <a:extLst>
                <a:ext uri="{FF2B5EF4-FFF2-40B4-BE49-F238E27FC236}">
                  <a16:creationId xmlns:a16="http://schemas.microsoft.com/office/drawing/2014/main" id="{7890FA40-A074-9E12-5B81-20F29558054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73" name="ICOON_info">
              <a:extLst>
                <a:ext uri="{FF2B5EF4-FFF2-40B4-BE49-F238E27FC236}">
                  <a16:creationId xmlns:a16="http://schemas.microsoft.com/office/drawing/2014/main" id="{83476B6C-2A81-5F4D-1C9C-F8B47B8DCB99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21" name="Ovaal 220">
                <a:extLst>
                  <a:ext uri="{FF2B5EF4-FFF2-40B4-BE49-F238E27FC236}">
                    <a16:creationId xmlns:a16="http://schemas.microsoft.com/office/drawing/2014/main" id="{7D59AC54-DBAE-3E46-8357-BA225A40E1E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2" name="Graphic 163" descr="Informatie">
                <a:extLst>
                  <a:ext uri="{FF2B5EF4-FFF2-40B4-BE49-F238E27FC236}">
                    <a16:creationId xmlns:a16="http://schemas.microsoft.com/office/drawing/2014/main" id="{6AA9AA57-DB41-C3B9-F758-81364C6D59C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4" name="VOORBEELD">
              <a:extLst>
                <a:ext uri="{FF2B5EF4-FFF2-40B4-BE49-F238E27FC236}">
                  <a16:creationId xmlns:a16="http://schemas.microsoft.com/office/drawing/2014/main" id="{6668AD8E-8E94-FC79-1E90-C6297BAB269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81" name="Rechthoek 180">
                <a:extLst>
                  <a:ext uri="{FF2B5EF4-FFF2-40B4-BE49-F238E27FC236}">
                    <a16:creationId xmlns:a16="http://schemas.microsoft.com/office/drawing/2014/main" id="{BEAAC6AD-EC4C-F6B2-A65B-E2AC4B2CBC25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2E7050C1-59FD-BE20-67CB-E44C8185456A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83" name="Groep 182">
                <a:extLst>
                  <a:ext uri="{FF2B5EF4-FFF2-40B4-BE49-F238E27FC236}">
                    <a16:creationId xmlns:a16="http://schemas.microsoft.com/office/drawing/2014/main" id="{EA0D9BA9-A984-39B9-3B58-8EBB5801FAF7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14" name="Groep 213">
                  <a:extLst>
                    <a:ext uri="{FF2B5EF4-FFF2-40B4-BE49-F238E27FC236}">
                      <a16:creationId xmlns:a16="http://schemas.microsoft.com/office/drawing/2014/main" id="{EA894CB4-2F0F-0944-8FE8-BE827DDB921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6" name="Rechte verbindingslijn 215">
                    <a:extLst>
                      <a:ext uri="{FF2B5EF4-FFF2-40B4-BE49-F238E27FC236}">
                        <a16:creationId xmlns:a16="http://schemas.microsoft.com/office/drawing/2014/main" id="{3CFD79F4-2DB1-4E8C-DFC3-5C9F33AA66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7" name="Rechte verbindingslijn 216">
                    <a:extLst>
                      <a:ext uri="{FF2B5EF4-FFF2-40B4-BE49-F238E27FC236}">
                        <a16:creationId xmlns:a16="http://schemas.microsoft.com/office/drawing/2014/main" id="{3A455FCF-BDD9-103B-7419-D6C379253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0CB43619-4A94-3A0A-0D1E-D788744495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EBEB27BD-A3F2-6441-4A02-19FFD5DA71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01EE19AB-A032-F4C1-41CB-08958916DD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5" name="Pijl: rechts 214">
                  <a:extLst>
                    <a:ext uri="{FF2B5EF4-FFF2-40B4-BE49-F238E27FC236}">
                      <a16:creationId xmlns:a16="http://schemas.microsoft.com/office/drawing/2014/main" id="{FA72D9CF-670D-8E89-6BFD-B92F1BB6114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BDA81B84-15DE-49E7-059F-AE8B1F2CD29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06046BF6-9DC7-F778-8C18-BAB100ADBE2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9" name="Rechte verbindingslijn 208">
                    <a:extLst>
                      <a:ext uri="{FF2B5EF4-FFF2-40B4-BE49-F238E27FC236}">
                        <a16:creationId xmlns:a16="http://schemas.microsoft.com/office/drawing/2014/main" id="{725E5600-B065-E004-EC58-7E47267935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0" name="Rechte verbindingslijn 209">
                    <a:extLst>
                      <a:ext uri="{FF2B5EF4-FFF2-40B4-BE49-F238E27FC236}">
                        <a16:creationId xmlns:a16="http://schemas.microsoft.com/office/drawing/2014/main" id="{F854AABE-9C6B-22EC-765F-000E8A5621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2BE4A20C-4283-5DC8-A4EC-566426A12C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7B2176E7-0896-D57E-DE4F-A827FB1306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536539F3-A5CE-9D0E-69C3-A43B2BC8B9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8" name="Pijl: rechts 207">
                  <a:extLst>
                    <a:ext uri="{FF2B5EF4-FFF2-40B4-BE49-F238E27FC236}">
                      <a16:creationId xmlns:a16="http://schemas.microsoft.com/office/drawing/2014/main" id="{B3C76936-3D95-68CF-FC02-B475334B51A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5" name="Rechte verbindingslijn 184">
                <a:extLst>
                  <a:ext uri="{FF2B5EF4-FFF2-40B4-BE49-F238E27FC236}">
                    <a16:creationId xmlns:a16="http://schemas.microsoft.com/office/drawing/2014/main" id="{45EB3552-BDFA-B59B-1C28-3B6FFF779A2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6" name="Rechte verbindingslijn 185">
                <a:extLst>
                  <a:ext uri="{FF2B5EF4-FFF2-40B4-BE49-F238E27FC236}">
                    <a16:creationId xmlns:a16="http://schemas.microsoft.com/office/drawing/2014/main" id="{F11062AB-96D9-307E-8ABE-F79EE10C846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7" name="Rechthoek 186">
                <a:extLst>
                  <a:ext uri="{FF2B5EF4-FFF2-40B4-BE49-F238E27FC236}">
                    <a16:creationId xmlns:a16="http://schemas.microsoft.com/office/drawing/2014/main" id="{BCAEF6D2-4EB4-DBEF-7740-AA2C32B297B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88" name="Rechthoek 187">
                <a:extLst>
                  <a:ext uri="{FF2B5EF4-FFF2-40B4-BE49-F238E27FC236}">
                    <a16:creationId xmlns:a16="http://schemas.microsoft.com/office/drawing/2014/main" id="{49934B24-D7C5-621F-25D2-731EA0D24CA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89" name="Groep 188">
                <a:extLst>
                  <a:ext uri="{FF2B5EF4-FFF2-40B4-BE49-F238E27FC236}">
                    <a16:creationId xmlns:a16="http://schemas.microsoft.com/office/drawing/2014/main" id="{7C166C09-A815-84A3-FB8B-E1F3AA0FC00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9" name="Rechthoek 198">
                  <a:extLst>
                    <a:ext uri="{FF2B5EF4-FFF2-40B4-BE49-F238E27FC236}">
                      <a16:creationId xmlns:a16="http://schemas.microsoft.com/office/drawing/2014/main" id="{4DBA9B66-C9F7-18E1-3AE3-93292E0662D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0" name="Groep 199">
                  <a:extLst>
                    <a:ext uri="{FF2B5EF4-FFF2-40B4-BE49-F238E27FC236}">
                      <a16:creationId xmlns:a16="http://schemas.microsoft.com/office/drawing/2014/main" id="{54B4C08E-A7EA-280E-887B-EB5287E9E6E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02" name="Rechte verbindingslijn 201">
                    <a:extLst>
                      <a:ext uri="{FF2B5EF4-FFF2-40B4-BE49-F238E27FC236}">
                        <a16:creationId xmlns:a16="http://schemas.microsoft.com/office/drawing/2014/main" id="{C9B8E08E-D666-D750-09B7-18A0DE063C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3" name="Rechte verbindingslijn 202">
                    <a:extLst>
                      <a:ext uri="{FF2B5EF4-FFF2-40B4-BE49-F238E27FC236}">
                        <a16:creationId xmlns:a16="http://schemas.microsoft.com/office/drawing/2014/main" id="{759A6AC9-3F0E-348A-6FBC-400B22C7629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D89708C7-C370-D0DE-5504-3F17158318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72209BC8-16A8-C613-D8B5-C1409209B6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3C626391-B132-339B-E843-F9FFFE206C5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1" name="Pijl: rechts 200">
                  <a:extLst>
                    <a:ext uri="{FF2B5EF4-FFF2-40B4-BE49-F238E27FC236}">
                      <a16:creationId xmlns:a16="http://schemas.microsoft.com/office/drawing/2014/main" id="{142E8258-EB8D-4451-5CF7-F87C4C5C47D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0" name="Groep 189">
                <a:extLst>
                  <a:ext uri="{FF2B5EF4-FFF2-40B4-BE49-F238E27FC236}">
                    <a16:creationId xmlns:a16="http://schemas.microsoft.com/office/drawing/2014/main" id="{F296EE5B-4274-311A-AF28-038EFE1C34D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91" name="Rechthoek 190">
                  <a:extLst>
                    <a:ext uri="{FF2B5EF4-FFF2-40B4-BE49-F238E27FC236}">
                      <a16:creationId xmlns:a16="http://schemas.microsoft.com/office/drawing/2014/main" id="{988F74B6-64DD-9774-FAD8-50ECE862B2A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2" name="Groep 191">
                  <a:extLst>
                    <a:ext uri="{FF2B5EF4-FFF2-40B4-BE49-F238E27FC236}">
                      <a16:creationId xmlns:a16="http://schemas.microsoft.com/office/drawing/2014/main" id="{02430474-CB09-20A7-2F3C-78C9ACC3D9C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94" name="Rechte verbindingslijn 193">
                    <a:extLst>
                      <a:ext uri="{FF2B5EF4-FFF2-40B4-BE49-F238E27FC236}">
                        <a16:creationId xmlns:a16="http://schemas.microsoft.com/office/drawing/2014/main" id="{7E3B9500-9D68-0EB3-4B59-5382EA91ED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5" name="Rechte verbindingslijn 194">
                    <a:extLst>
                      <a:ext uri="{FF2B5EF4-FFF2-40B4-BE49-F238E27FC236}">
                        <a16:creationId xmlns:a16="http://schemas.microsoft.com/office/drawing/2014/main" id="{94226512-8603-0ADE-9BF4-FDB8D0BE6F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6" name="Rechte verbindingslijn 195">
                    <a:extLst>
                      <a:ext uri="{FF2B5EF4-FFF2-40B4-BE49-F238E27FC236}">
                        <a16:creationId xmlns:a16="http://schemas.microsoft.com/office/drawing/2014/main" id="{D9F9EE17-439A-BAEE-355C-099B1949C9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CE5C08FD-1D7F-FEE8-4703-1F66C3C872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25D36B95-825B-1EC5-2639-4174F22E0E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3" name="Pijl: rechts 192">
                  <a:extLst>
                    <a:ext uri="{FF2B5EF4-FFF2-40B4-BE49-F238E27FC236}">
                      <a16:creationId xmlns:a16="http://schemas.microsoft.com/office/drawing/2014/main" id="{1F961A22-F543-7CAF-634A-4F8B22B0E83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86EDA0DC-9573-A4E6-5011-86351177F720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76" name="Inspireren">
                <a:extLst>
                  <a:ext uri="{FF2B5EF4-FFF2-40B4-BE49-F238E27FC236}">
                    <a16:creationId xmlns:a16="http://schemas.microsoft.com/office/drawing/2014/main" id="{9819167E-4EFE-0D5A-A46E-92EA9145D60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78" name="Freeform 12">
                  <a:extLst>
                    <a:ext uri="{FF2B5EF4-FFF2-40B4-BE49-F238E27FC236}">
                      <a16:creationId xmlns:a16="http://schemas.microsoft.com/office/drawing/2014/main" id="{EFEE6D16-F2AA-9EEE-D399-2A0983AA3E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79" name="Freeform 13">
                  <a:extLst>
                    <a:ext uri="{FF2B5EF4-FFF2-40B4-BE49-F238E27FC236}">
                      <a16:creationId xmlns:a16="http://schemas.microsoft.com/office/drawing/2014/main" id="{5BEFC699-368C-5441-8E8F-51BD0362E9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80" name="Freeform 14">
                  <a:extLst>
                    <a:ext uri="{FF2B5EF4-FFF2-40B4-BE49-F238E27FC236}">
                      <a16:creationId xmlns:a16="http://schemas.microsoft.com/office/drawing/2014/main" id="{6C0EB8DC-14E5-49E3-325C-D7A8C2EB0E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177" name="Tekstvak 176">
                <a:extLst>
                  <a:ext uri="{FF2B5EF4-FFF2-40B4-BE49-F238E27FC236}">
                    <a16:creationId xmlns:a16="http://schemas.microsoft.com/office/drawing/2014/main" id="{37DC4A49-7B8D-D980-D02F-B8970C5680B3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grpSp>
        <p:nvGrpSpPr>
          <p:cNvPr id="292" name="INSTRUCTIE">
            <a:extLst>
              <a:ext uri="{FF2B5EF4-FFF2-40B4-BE49-F238E27FC236}">
                <a16:creationId xmlns:a16="http://schemas.microsoft.com/office/drawing/2014/main" id="{E6C8219E-EBEA-7B77-3724-03C46A9B881D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293" name="Rechthoek 292">
              <a:extLst>
                <a:ext uri="{FF2B5EF4-FFF2-40B4-BE49-F238E27FC236}">
                  <a16:creationId xmlns:a16="http://schemas.microsoft.com/office/drawing/2014/main" id="{590D8599-CF74-915A-E65A-B51B4A12A6D4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294" name="Rechthoek 293">
              <a:extLst>
                <a:ext uri="{FF2B5EF4-FFF2-40B4-BE49-F238E27FC236}">
                  <a16:creationId xmlns:a16="http://schemas.microsoft.com/office/drawing/2014/main" id="{E5483731-30B6-E0FD-1D4C-55AD4CE81DC1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5" name="Gelijkbenige driehoek 294">
              <a:extLst>
                <a:ext uri="{FF2B5EF4-FFF2-40B4-BE49-F238E27FC236}">
                  <a16:creationId xmlns:a16="http://schemas.microsoft.com/office/drawing/2014/main" id="{E21B147B-F656-A588-C87A-EFA09268025E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INSTRUCTIE">
            <a:extLst>
              <a:ext uri="{FF2B5EF4-FFF2-40B4-BE49-F238E27FC236}">
                <a16:creationId xmlns:a16="http://schemas.microsoft.com/office/drawing/2014/main" id="{EB183F9A-FFD1-7483-6B9A-4E0E383EAC93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3067CA7-3C0F-A5E7-1449-9527324D8CB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7034E603-61F4-67DE-3331-F36C229817E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FB35B406-A199-D77A-3CA3-C3CC88ECBAE4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F2F62DB5-77C3-9251-134C-8E0E5FAD41AC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7976058B-C7B7-5642-FD95-6371144E62C7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414777E9-05FF-7B69-4A18-13D189096D7B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33AA3C19-07A6-40D7-A6C1-2AE7DAEA3AB4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FA2780BA-A10E-7781-1B87-E0B533965F17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CB25BC50-5B1F-E2BB-6920-FEC7F6C66C6B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904D09C3-241F-F08C-BB03-49E22430F598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Tekstvak 60">
                <a:extLst>
                  <a:ext uri="{FF2B5EF4-FFF2-40B4-BE49-F238E27FC236}">
                    <a16:creationId xmlns:a16="http://schemas.microsoft.com/office/drawing/2014/main" id="{123F574A-A66F-B8C4-B83A-A82B416CA538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FD570EE8-2C14-3DA1-4075-81E2BD7A9C44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3" name="Vrije vorm: vorm 62">
                <a:extLst>
                  <a:ext uri="{FF2B5EF4-FFF2-40B4-BE49-F238E27FC236}">
                    <a16:creationId xmlns:a16="http://schemas.microsoft.com/office/drawing/2014/main" id="{510DBA43-6E51-EC8B-D488-CC2C0F3CBB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Gelijkbenige driehoek 127">
                <a:extLst>
                  <a:ext uri="{FF2B5EF4-FFF2-40B4-BE49-F238E27FC236}">
                    <a16:creationId xmlns:a16="http://schemas.microsoft.com/office/drawing/2014/main" id="{09A141A7-1979-F271-6144-2AF10DF28B67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9" name="Groep 128">
                <a:extLst>
                  <a:ext uri="{FF2B5EF4-FFF2-40B4-BE49-F238E27FC236}">
                    <a16:creationId xmlns:a16="http://schemas.microsoft.com/office/drawing/2014/main" id="{2CAC5B82-96A3-D520-2F7C-E7C32D8BD249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9A7A1C2C-5AA8-11FA-CE8A-34C2AA3A564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5" name="Rechthoek 134">
                  <a:extLst>
                    <a:ext uri="{FF2B5EF4-FFF2-40B4-BE49-F238E27FC236}">
                      <a16:creationId xmlns:a16="http://schemas.microsoft.com/office/drawing/2014/main" id="{F943A61E-0582-B2CD-81A5-997DCC31740B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6" name="Rechthoek 135">
                  <a:extLst>
                    <a:ext uri="{FF2B5EF4-FFF2-40B4-BE49-F238E27FC236}">
                      <a16:creationId xmlns:a16="http://schemas.microsoft.com/office/drawing/2014/main" id="{77F3D82D-C6C7-1F88-ECC7-05560E92986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0" name="Groep 129">
                <a:extLst>
                  <a:ext uri="{FF2B5EF4-FFF2-40B4-BE49-F238E27FC236}">
                    <a16:creationId xmlns:a16="http://schemas.microsoft.com/office/drawing/2014/main" id="{84D69012-3AEC-78F4-A342-2BDE194E0654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1BC6EAF2-7E22-111B-389B-8BDC2A611BE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2" name="Rechthoek 131">
                  <a:extLst>
                    <a:ext uri="{FF2B5EF4-FFF2-40B4-BE49-F238E27FC236}">
                      <a16:creationId xmlns:a16="http://schemas.microsoft.com/office/drawing/2014/main" id="{71FCB4F9-F3C6-4AAC-BE77-FEEFFA37DBA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3" name="Rechthoek 132">
                  <a:extLst>
                    <a:ext uri="{FF2B5EF4-FFF2-40B4-BE49-F238E27FC236}">
                      <a16:creationId xmlns:a16="http://schemas.microsoft.com/office/drawing/2014/main" id="{CFF9225C-18B1-6D10-BFAE-C9BFFE09C886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E7C7CC34-635C-6B92-A6A5-75546F02F4C2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1DDA71A6-5525-A42D-CCE5-D1B2386BB7AB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5" name="Vrije vorm: vorm 54">
                  <a:extLst>
                    <a:ext uri="{FF2B5EF4-FFF2-40B4-BE49-F238E27FC236}">
                      <a16:creationId xmlns:a16="http://schemas.microsoft.com/office/drawing/2014/main" id="{C81E0209-B93B-C745-A105-ECDB833C159F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6" name="Groep 55">
                  <a:extLst>
                    <a:ext uri="{FF2B5EF4-FFF2-40B4-BE49-F238E27FC236}">
                      <a16:creationId xmlns:a16="http://schemas.microsoft.com/office/drawing/2014/main" id="{35BAB94F-E99B-8656-6A5B-AB155F594A6C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7" name="Vrije vorm: vorm 56">
                    <a:extLst>
                      <a:ext uri="{FF2B5EF4-FFF2-40B4-BE49-F238E27FC236}">
                        <a16:creationId xmlns:a16="http://schemas.microsoft.com/office/drawing/2014/main" id="{14D5BAE7-AEB8-A09B-8497-AC170FC4F9C1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8" name="Vrije vorm: vorm 57">
                    <a:extLst>
                      <a:ext uri="{FF2B5EF4-FFF2-40B4-BE49-F238E27FC236}">
                        <a16:creationId xmlns:a16="http://schemas.microsoft.com/office/drawing/2014/main" id="{EB3F68EB-448C-D35D-8433-90CFF0769C51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4" name="Tekstvak 53">
                <a:extLst>
                  <a:ext uri="{FF2B5EF4-FFF2-40B4-BE49-F238E27FC236}">
                    <a16:creationId xmlns:a16="http://schemas.microsoft.com/office/drawing/2014/main" id="{4DAE6E73-53D2-BC33-C04B-A240B9A11194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A3958117-EA03-7C07-EE8A-96B5EBFAF7AF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F4DC2D3-1CEA-F28A-7C67-6079A07EDE8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56038840-2210-A57F-95E7-2B74E64E98C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F3455433-4258-CE30-99D8-D6F284E51A15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7" name="Groep 36">
                <a:extLst>
                  <a:ext uri="{FF2B5EF4-FFF2-40B4-BE49-F238E27FC236}">
                    <a16:creationId xmlns:a16="http://schemas.microsoft.com/office/drawing/2014/main" id="{E7FA4D81-067A-950D-BDA7-5BE945201AB4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D0ABB8B4-C009-3109-7C0B-D51CACEE07C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7" name="Groep 46">
                    <a:extLst>
                      <a:ext uri="{FF2B5EF4-FFF2-40B4-BE49-F238E27FC236}">
                        <a16:creationId xmlns:a16="http://schemas.microsoft.com/office/drawing/2014/main" id="{13DA44FD-D1CD-F3C9-1E72-ADDD54459B7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0" name="Rechthoek 49">
                      <a:extLst>
                        <a:ext uri="{FF2B5EF4-FFF2-40B4-BE49-F238E27FC236}">
                          <a16:creationId xmlns:a16="http://schemas.microsoft.com/office/drawing/2014/main" id="{5D714E83-61AF-75A8-1E8F-7DCD7BFA97F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1" name="Rechthoek 50">
                      <a:extLst>
                        <a:ext uri="{FF2B5EF4-FFF2-40B4-BE49-F238E27FC236}">
                          <a16:creationId xmlns:a16="http://schemas.microsoft.com/office/drawing/2014/main" id="{287A9C53-5835-F252-B74D-032FEED5423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2" name="Ovaal 51">
                      <a:extLst>
                        <a:ext uri="{FF2B5EF4-FFF2-40B4-BE49-F238E27FC236}">
                          <a16:creationId xmlns:a16="http://schemas.microsoft.com/office/drawing/2014/main" id="{683FA622-AB05-7B6F-EB36-5CB3023432B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8" name="Afbeelding 47">
                    <a:extLst>
                      <a:ext uri="{FF2B5EF4-FFF2-40B4-BE49-F238E27FC236}">
                        <a16:creationId xmlns:a16="http://schemas.microsoft.com/office/drawing/2014/main" id="{0BC20206-7F49-A9FD-7BF3-5B2D63D4807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9" name="Afbeelding 48">
                    <a:extLst>
                      <a:ext uri="{FF2B5EF4-FFF2-40B4-BE49-F238E27FC236}">
                        <a16:creationId xmlns:a16="http://schemas.microsoft.com/office/drawing/2014/main" id="{4472E2BF-804D-B3D7-C218-13819A1364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ep 40">
                  <a:extLst>
                    <a:ext uri="{FF2B5EF4-FFF2-40B4-BE49-F238E27FC236}">
                      <a16:creationId xmlns:a16="http://schemas.microsoft.com/office/drawing/2014/main" id="{A0EE44F7-2734-AA41-B40D-D7AE53E25CB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548829F6-A12D-B9EA-8053-44F773C2AE2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FD31DE9C-AFD8-C1BB-BC6B-C203B276BE3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12387F62-C0F8-E562-8D39-09994F72FA8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3B1B5C87-30A0-82EF-40BD-0E9CD6A2BFE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8E635B0-E77A-8234-824C-4CBDD172A23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8B8DE0EE-645B-8336-B7E2-0FBC487DD1B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9" name="Gelijkbenige driehoek 38">
                <a:extLst>
                  <a:ext uri="{FF2B5EF4-FFF2-40B4-BE49-F238E27FC236}">
                    <a16:creationId xmlns:a16="http://schemas.microsoft.com/office/drawing/2014/main" id="{E1012713-85DC-E907-44C9-263755DBFAB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6B516A54-42DF-2F22-9087-92A5F9F925D1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8" name="ICOON_info">
              <a:extLst>
                <a:ext uri="{FF2B5EF4-FFF2-40B4-BE49-F238E27FC236}">
                  <a16:creationId xmlns:a16="http://schemas.microsoft.com/office/drawing/2014/main" id="{7D70E7B8-ABE2-6292-87F4-E9FEF6AEB99D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79691FB6-DB26-09C8-7C58-4CEFE8CB4B6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Graphic 163" descr="Informatie">
                <a:extLst>
                  <a:ext uri="{FF2B5EF4-FFF2-40B4-BE49-F238E27FC236}">
                    <a16:creationId xmlns:a16="http://schemas.microsoft.com/office/drawing/2014/main" id="{2972FB37-2244-2501-485D-89CC5D1BF57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" name="Groep 28">
              <a:extLst>
                <a:ext uri="{FF2B5EF4-FFF2-40B4-BE49-F238E27FC236}">
                  <a16:creationId xmlns:a16="http://schemas.microsoft.com/office/drawing/2014/main" id="{C5DB4660-805A-F55D-B3A4-A4604E51B2D8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30" name="Inspireren">
                <a:extLst>
                  <a:ext uri="{FF2B5EF4-FFF2-40B4-BE49-F238E27FC236}">
                    <a16:creationId xmlns:a16="http://schemas.microsoft.com/office/drawing/2014/main" id="{366F16B0-B434-6CD4-9255-B9666C8FEFC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2" name="Freeform 12">
                  <a:extLst>
                    <a:ext uri="{FF2B5EF4-FFF2-40B4-BE49-F238E27FC236}">
                      <a16:creationId xmlns:a16="http://schemas.microsoft.com/office/drawing/2014/main" id="{2D4F84F6-64DD-24EF-3672-E79930BA4E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3" name="Freeform 13">
                  <a:extLst>
                    <a:ext uri="{FF2B5EF4-FFF2-40B4-BE49-F238E27FC236}">
                      <a16:creationId xmlns:a16="http://schemas.microsoft.com/office/drawing/2014/main" id="{61B908E5-16C3-95D4-BF0F-FE7D40A6E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4" name="Freeform 14">
                  <a:extLst>
                    <a:ext uri="{FF2B5EF4-FFF2-40B4-BE49-F238E27FC236}">
                      <a16:creationId xmlns:a16="http://schemas.microsoft.com/office/drawing/2014/main" id="{7DC52935-1858-0E7E-DAED-B0389D4103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959E67B7-96A9-FFC6-7E30-CE2D54691638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38" name="Picture Placeholder 2">
            <a:extLst>
              <a:ext uri="{FF2B5EF4-FFF2-40B4-BE49-F238E27FC236}">
                <a16:creationId xmlns:a16="http://schemas.microsoft.com/office/drawing/2014/main" id="{9CC4BB5E-5BE9-ED7D-5C50-2711C832350B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350358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 &amp;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8AB9285D-949A-9664-7F9E-20F4E35CA87A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4" name="Tijdelijke aanduiding voor tekst 13">
            <a:extLst>
              <a:ext uri="{FF2B5EF4-FFF2-40B4-BE49-F238E27FC236}">
                <a16:creationId xmlns:a16="http://schemas.microsoft.com/office/drawing/2014/main" id="{EC8E31A6-D07F-9318-911E-C9D2190DC4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  <a:gs pos="60000">
                <a:schemeClr val="tx1">
                  <a:alpha val="7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Facts &amp; figures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E2AD809-D973-444C-700F-173E3759E2B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EB03C3AD-0422-9458-BA75-E7AFEF9B3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0898" y="1460759"/>
            <a:ext cx="1921441" cy="646112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7DCA054-F271-C933-C2BF-056FC5A0C318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3971359" y="1460759"/>
            <a:ext cx="1921441" cy="646112"/>
          </a:xfr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5AF99D96-4DB0-7C2B-EEB7-8FED76FE4CF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810898" y="3083339"/>
            <a:ext cx="1921441" cy="646112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A83043C9-FEF1-F0D8-0BF1-4166277E19F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3971359" y="3083339"/>
            <a:ext cx="1921441" cy="646112"/>
          </a:xfr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18ABB154-BFCA-1E86-AB3E-9F4FE03E91A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810898" y="4705918"/>
            <a:ext cx="1921441" cy="646112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C95B8B50-4A6F-524F-114B-2896F35E32D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3971359" y="4705918"/>
            <a:ext cx="1921441" cy="646112"/>
          </a:xfr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400" cap="all" baseline="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225" name="Titel 2">
            <a:extLst>
              <a:ext uri="{FF2B5EF4-FFF2-40B4-BE49-F238E27FC236}">
                <a16:creationId xmlns:a16="http://schemas.microsoft.com/office/drawing/2014/main" id="{A4FCB470-6E46-9E5C-DC65-5142983E1E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226" name="Tijdelijke aanduiding voor tekst 4">
            <a:extLst>
              <a:ext uri="{FF2B5EF4-FFF2-40B4-BE49-F238E27FC236}">
                <a16:creationId xmlns:a16="http://schemas.microsoft.com/office/drawing/2014/main" id="{09ABF000-3567-4637-91A8-189E58035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294" name="INSTRUCTIE">
            <a:extLst>
              <a:ext uri="{FF2B5EF4-FFF2-40B4-BE49-F238E27FC236}">
                <a16:creationId xmlns:a16="http://schemas.microsoft.com/office/drawing/2014/main" id="{D86418C1-1898-F801-97C3-9B0A2BB1336E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295" name="Rechthoek 294">
              <a:extLst>
                <a:ext uri="{FF2B5EF4-FFF2-40B4-BE49-F238E27FC236}">
                  <a16:creationId xmlns:a16="http://schemas.microsoft.com/office/drawing/2014/main" id="{0E3FB1EF-F933-E1FF-8120-FD7252D96D5C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6AE250A7-9C8B-2505-8351-8668DC69E24D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7" name="Gelijkbenige driehoek 296">
              <a:extLst>
                <a:ext uri="{FF2B5EF4-FFF2-40B4-BE49-F238E27FC236}">
                  <a16:creationId xmlns:a16="http://schemas.microsoft.com/office/drawing/2014/main" id="{B66A1FD9-D9FA-5B63-6185-D703593A0E34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98" name="INSTRUCTIE">
            <a:extLst>
              <a:ext uri="{FF2B5EF4-FFF2-40B4-BE49-F238E27FC236}">
                <a16:creationId xmlns:a16="http://schemas.microsoft.com/office/drawing/2014/main" id="{C206FF30-4416-9720-BF43-60C1F3066440}"/>
              </a:ext>
            </a:extLst>
          </p:cNvPr>
          <p:cNvGrpSpPr/>
          <p:nvPr userDrawn="1"/>
        </p:nvGrpSpPr>
        <p:grpSpPr>
          <a:xfrm>
            <a:off x="-3786164" y="0"/>
            <a:ext cx="3693113" cy="6209710"/>
            <a:chOff x="-3786164" y="0"/>
            <a:chExt cx="3693113" cy="6209710"/>
          </a:xfrm>
        </p:grpSpPr>
        <p:sp>
          <p:nvSpPr>
            <p:cNvPr id="299" name="Rechthoek 298">
              <a:extLst>
                <a:ext uri="{FF2B5EF4-FFF2-40B4-BE49-F238E27FC236}">
                  <a16:creationId xmlns:a16="http://schemas.microsoft.com/office/drawing/2014/main" id="{C1105C7A-3328-C200-B6CC-DA7096EBE82D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5572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ICOON invoegen/opmaken</a:t>
              </a:r>
            </a:p>
          </p:txBody>
        </p:sp>
        <p:sp>
          <p:nvSpPr>
            <p:cNvPr id="300" name="Rechthoek 299">
              <a:extLst>
                <a:ext uri="{FF2B5EF4-FFF2-40B4-BE49-F238E27FC236}">
                  <a16:creationId xmlns:a16="http://schemas.microsoft.com/office/drawing/2014/main" id="{7B35403B-4845-4C81-B286-C9AFD556D361}"/>
                </a:ext>
              </a:extLst>
            </p:cNvPr>
            <p:cNvSpPr/>
            <p:nvPr userDrawn="1"/>
          </p:nvSpPr>
          <p:spPr>
            <a:xfrm>
              <a:off x="-3786164" y="538171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301" name="Ovaal 300">
              <a:extLst>
                <a:ext uri="{FF2B5EF4-FFF2-40B4-BE49-F238E27FC236}">
                  <a16:creationId xmlns:a16="http://schemas.microsoft.com/office/drawing/2014/main" id="{E58EA76A-470F-56D9-5D5F-537CFAF2917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02" name="Rechthoek 301">
              <a:extLst>
                <a:ext uri="{FF2B5EF4-FFF2-40B4-BE49-F238E27FC236}">
                  <a16:creationId xmlns:a16="http://schemas.microsoft.com/office/drawing/2014/main" id="{67C5D88E-0F27-2EE7-1650-52DB7FA6EEF7}"/>
                </a:ext>
              </a:extLst>
            </p:cNvPr>
            <p:cNvSpPr/>
            <p:nvPr userDrawn="1"/>
          </p:nvSpPr>
          <p:spPr>
            <a:xfrm>
              <a:off x="-3319416" y="465323"/>
              <a:ext cx="2944087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het bestaande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icoon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‘Iconen’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3" name="Ovaal 302">
              <a:extLst>
                <a:ext uri="{FF2B5EF4-FFF2-40B4-BE49-F238E27FC236}">
                  <a16:creationId xmlns:a16="http://schemas.microsoft.com/office/drawing/2014/main" id="{54377074-EBFD-7F77-E506-254C5180A258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4" name="Rechthoek 303">
              <a:extLst>
                <a:ext uri="{FF2B5EF4-FFF2-40B4-BE49-F238E27FC236}">
                  <a16:creationId xmlns:a16="http://schemas.microsoft.com/office/drawing/2014/main" id="{AE983CB8-4682-B427-A018-FEA501DDCCC5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het icoon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05" name="Rechthoek 304">
              <a:extLst>
                <a:ext uri="{FF2B5EF4-FFF2-40B4-BE49-F238E27FC236}">
                  <a16:creationId xmlns:a16="http://schemas.microsoft.com/office/drawing/2014/main" id="{574608B2-7C7A-4F20-339F-4A6664A2B368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306" name="Ovaal 305">
              <a:extLst>
                <a:ext uri="{FF2B5EF4-FFF2-40B4-BE49-F238E27FC236}">
                  <a16:creationId xmlns:a16="http://schemas.microsoft.com/office/drawing/2014/main" id="{E0C20273-CE5E-09D6-2641-DCCD97719BC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7" name="Rechthoek 306">
              <a:extLst>
                <a:ext uri="{FF2B5EF4-FFF2-40B4-BE49-F238E27FC236}">
                  <a16:creationId xmlns:a16="http://schemas.microsoft.com/office/drawing/2014/main" id="{368697D7-6AF5-91E0-D47D-BC772063912B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6377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Sleep het icoon op de gewenste positie op de slide. Om het icoon een andere kleur te geven,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tekenen’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-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‘Opmaak’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‘Vormopvulling’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308" name="ICOON_info">
              <a:extLst>
                <a:ext uri="{FF2B5EF4-FFF2-40B4-BE49-F238E27FC236}">
                  <a16:creationId xmlns:a16="http://schemas.microsoft.com/office/drawing/2014/main" id="{C44721F5-6A23-6272-52EE-6DB140016148}"/>
                </a:ext>
              </a:extLst>
            </p:cNvPr>
            <p:cNvGrpSpPr/>
            <p:nvPr userDrawn="1"/>
          </p:nvGrpSpPr>
          <p:grpSpPr>
            <a:xfrm>
              <a:off x="-376736" y="5210661"/>
              <a:ext cx="283685" cy="283685"/>
              <a:chOff x="-510741" y="5913713"/>
              <a:chExt cx="267555" cy="267555"/>
            </a:xfrm>
          </p:grpSpPr>
          <p:sp>
            <p:nvSpPr>
              <p:cNvPr id="367" name="Ovaal 366">
                <a:extLst>
                  <a:ext uri="{FF2B5EF4-FFF2-40B4-BE49-F238E27FC236}">
                    <a16:creationId xmlns:a16="http://schemas.microsoft.com/office/drawing/2014/main" id="{580B8FF7-3BBB-F0CB-47EB-CF910DDE7D6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8" name="Graphic 163" descr="Informatie">
                <a:extLst>
                  <a:ext uri="{FF2B5EF4-FFF2-40B4-BE49-F238E27FC236}">
                    <a16:creationId xmlns:a16="http://schemas.microsoft.com/office/drawing/2014/main" id="{3E62CABC-EE7A-F7B5-48D9-9BF27192482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9" name="Groep 308">
              <a:extLst>
                <a:ext uri="{FF2B5EF4-FFF2-40B4-BE49-F238E27FC236}">
                  <a16:creationId xmlns:a16="http://schemas.microsoft.com/office/drawing/2014/main" id="{1CBEFA93-1D4F-3E8E-8B51-0F4718D4C119}"/>
                </a:ext>
              </a:extLst>
            </p:cNvPr>
            <p:cNvGrpSpPr/>
            <p:nvPr userDrawn="1"/>
          </p:nvGrpSpPr>
          <p:grpSpPr>
            <a:xfrm>
              <a:off x="-938434" y="5519087"/>
              <a:ext cx="627798" cy="576693"/>
              <a:chOff x="-938434" y="4570310"/>
              <a:chExt cx="627798" cy="576693"/>
            </a:xfrm>
          </p:grpSpPr>
          <p:grpSp>
            <p:nvGrpSpPr>
              <p:cNvPr id="362" name="Inspireren">
                <a:extLst>
                  <a:ext uri="{FF2B5EF4-FFF2-40B4-BE49-F238E27FC236}">
                    <a16:creationId xmlns:a16="http://schemas.microsoft.com/office/drawing/2014/main" id="{190CBB8A-DE65-695C-A9DA-A74DAFE6804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64" name="Freeform 12">
                  <a:extLst>
                    <a:ext uri="{FF2B5EF4-FFF2-40B4-BE49-F238E27FC236}">
                      <a16:creationId xmlns:a16="http://schemas.microsoft.com/office/drawing/2014/main" id="{3F055E5F-D7DB-C8E3-304C-E8EFA0F83A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65" name="Freeform 13">
                  <a:extLst>
                    <a:ext uri="{FF2B5EF4-FFF2-40B4-BE49-F238E27FC236}">
                      <a16:creationId xmlns:a16="http://schemas.microsoft.com/office/drawing/2014/main" id="{F1D8276F-6DE4-E265-B182-B0BC23F5D9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66" name="Freeform 14">
                  <a:extLst>
                    <a:ext uri="{FF2B5EF4-FFF2-40B4-BE49-F238E27FC236}">
                      <a16:creationId xmlns:a16="http://schemas.microsoft.com/office/drawing/2014/main" id="{AA611E2A-A8AF-CCAD-5E50-A69F31F9DC0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63" name="Tekstvak 362">
                <a:extLst>
                  <a:ext uri="{FF2B5EF4-FFF2-40B4-BE49-F238E27FC236}">
                    <a16:creationId xmlns:a16="http://schemas.microsoft.com/office/drawing/2014/main" id="{88613BCC-8505-9625-C97E-97B58498CCB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310" name="Groep 309">
              <a:extLst>
                <a:ext uri="{FF2B5EF4-FFF2-40B4-BE49-F238E27FC236}">
                  <a16:creationId xmlns:a16="http://schemas.microsoft.com/office/drawing/2014/main" id="{181B4640-8533-FD6D-C6B4-CCEF416EE67D}"/>
                </a:ext>
              </a:extLst>
            </p:cNvPr>
            <p:cNvGrpSpPr/>
            <p:nvPr userDrawn="1"/>
          </p:nvGrpSpPr>
          <p:grpSpPr>
            <a:xfrm>
              <a:off x="-3398401" y="1222628"/>
              <a:ext cx="491631" cy="410839"/>
              <a:chOff x="-3241990" y="1222628"/>
              <a:chExt cx="491631" cy="410839"/>
            </a:xfrm>
          </p:grpSpPr>
          <p:sp>
            <p:nvSpPr>
              <p:cNvPr id="349" name="Tekstvak 348">
                <a:extLst>
                  <a:ext uri="{FF2B5EF4-FFF2-40B4-BE49-F238E27FC236}">
                    <a16:creationId xmlns:a16="http://schemas.microsoft.com/office/drawing/2014/main" id="{2380EE0C-77C0-989C-298D-F6208F3D6EE7}"/>
                  </a:ext>
                </a:extLst>
              </p:cNvPr>
              <p:cNvSpPr txBox="1"/>
              <p:nvPr userDrawn="1"/>
            </p:nvSpPr>
            <p:spPr>
              <a:xfrm>
                <a:off x="-3241990" y="1489960"/>
                <a:ext cx="491631" cy="14350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Iconen</a:t>
                </a:r>
              </a:p>
            </p:txBody>
          </p:sp>
          <p:grpSp>
            <p:nvGrpSpPr>
              <p:cNvPr id="350" name="Groep 349">
                <a:extLst>
                  <a:ext uri="{FF2B5EF4-FFF2-40B4-BE49-F238E27FC236}">
                    <a16:creationId xmlns:a16="http://schemas.microsoft.com/office/drawing/2014/main" id="{FA8DCA08-D24F-391F-11AF-F80D84035E2B}"/>
                  </a:ext>
                </a:extLst>
              </p:cNvPr>
              <p:cNvGrpSpPr/>
              <p:nvPr userDrawn="1"/>
            </p:nvGrpSpPr>
            <p:grpSpPr>
              <a:xfrm>
                <a:off x="-3119153" y="1222628"/>
                <a:ext cx="245956" cy="246691"/>
                <a:chOff x="1314120" y="4794393"/>
                <a:chExt cx="1787447" cy="1792785"/>
              </a:xfrm>
            </p:grpSpPr>
            <p:grpSp>
              <p:nvGrpSpPr>
                <p:cNvPr id="351" name="Groep 350">
                  <a:extLst>
                    <a:ext uri="{FF2B5EF4-FFF2-40B4-BE49-F238E27FC236}">
                      <a16:creationId xmlns:a16="http://schemas.microsoft.com/office/drawing/2014/main" id="{D0246282-043F-F403-E568-486606CBD829}"/>
                    </a:ext>
                  </a:extLst>
                </p:cNvPr>
                <p:cNvGrpSpPr/>
                <p:nvPr/>
              </p:nvGrpSpPr>
              <p:grpSpPr>
                <a:xfrm>
                  <a:off x="1314120" y="4794393"/>
                  <a:ext cx="1787447" cy="1792785"/>
                  <a:chOff x="1314120" y="4794393"/>
                  <a:chExt cx="1787447" cy="179278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grpSp>
                <p:nvGrpSpPr>
                  <p:cNvPr id="353" name="Groep 352">
                    <a:extLst>
                      <a:ext uri="{FF2B5EF4-FFF2-40B4-BE49-F238E27FC236}">
                        <a16:creationId xmlns:a16="http://schemas.microsoft.com/office/drawing/2014/main" id="{3B906105-55E2-9446-848D-04E94F169650}"/>
                      </a:ext>
                    </a:extLst>
                  </p:cNvPr>
                  <p:cNvGrpSpPr/>
                  <p:nvPr/>
                </p:nvGrpSpPr>
                <p:grpSpPr>
                  <a:xfrm>
                    <a:off x="1314120" y="4794393"/>
                    <a:ext cx="1787447" cy="1792785"/>
                    <a:chOff x="1314120" y="4794393"/>
                    <a:chExt cx="1787447" cy="1792785"/>
                  </a:xfrm>
                  <a:grpFill/>
                </p:grpSpPr>
                <p:sp>
                  <p:nvSpPr>
                    <p:cNvPr id="358" name="Vrije vorm: vorm 357">
                      <a:extLst>
                        <a:ext uri="{FF2B5EF4-FFF2-40B4-BE49-F238E27FC236}">
                          <a16:creationId xmlns:a16="http://schemas.microsoft.com/office/drawing/2014/main" id="{1665CFD1-FC04-8FE4-CF11-67B7CA1D0A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4120" y="4794393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59" name="Vrije vorm: vorm 358">
                      <a:extLst>
                        <a:ext uri="{FF2B5EF4-FFF2-40B4-BE49-F238E27FC236}">
                          <a16:creationId xmlns:a16="http://schemas.microsoft.com/office/drawing/2014/main" id="{FF183B00-5AAC-DE77-ED05-F74989581E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7436" y="4794393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60" name="Vrije vorm: vorm 359">
                      <a:extLst>
                        <a:ext uri="{FF2B5EF4-FFF2-40B4-BE49-F238E27FC236}">
                          <a16:creationId xmlns:a16="http://schemas.microsoft.com/office/drawing/2014/main" id="{FC08CE99-677D-49A3-F917-EB809BB997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4120" y="5733047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61" name="Vrije vorm: vorm 360">
                      <a:extLst>
                        <a:ext uri="{FF2B5EF4-FFF2-40B4-BE49-F238E27FC236}">
                          <a16:creationId xmlns:a16="http://schemas.microsoft.com/office/drawing/2014/main" id="{55BEB564-75A8-C68A-5B20-EFCBCE5AB7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7436" y="5733047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</p:grpSp>
              <p:grpSp>
                <p:nvGrpSpPr>
                  <p:cNvPr id="354" name="Groep 353">
                    <a:extLst>
                      <a:ext uri="{FF2B5EF4-FFF2-40B4-BE49-F238E27FC236}">
                        <a16:creationId xmlns:a16="http://schemas.microsoft.com/office/drawing/2014/main" id="{B1E2C4DA-D0A7-8C24-2802-B8AE1959AA1A}"/>
                      </a:ext>
                    </a:extLst>
                  </p:cNvPr>
                  <p:cNvGrpSpPr/>
                  <p:nvPr/>
                </p:nvGrpSpPr>
                <p:grpSpPr>
                  <a:xfrm>
                    <a:off x="1544558" y="5023941"/>
                    <a:ext cx="1270519" cy="1329241"/>
                    <a:chOff x="1544558" y="5023941"/>
                    <a:chExt cx="1270519" cy="1329241"/>
                  </a:xfrm>
                  <a:grpFill/>
                </p:grpSpPr>
                <p:sp>
                  <p:nvSpPr>
                    <p:cNvPr id="355" name="Vrije vorm: vorm 354">
                      <a:extLst>
                        <a:ext uri="{FF2B5EF4-FFF2-40B4-BE49-F238E27FC236}">
                          <a16:creationId xmlns:a16="http://schemas.microsoft.com/office/drawing/2014/main" id="{897CC695-E4EB-5699-7BEE-BED30CF253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558" y="5033728"/>
                      <a:ext cx="391477" cy="391477"/>
                    </a:xfrm>
                    <a:custGeom>
                      <a:avLst/>
                      <a:gdLst>
                        <a:gd name="connsiteX0" fmla="*/ 338071 w 391476"/>
                        <a:gd name="connsiteY0" fmla="*/ 146781 h 391476"/>
                        <a:gd name="connsiteX1" fmla="*/ 338071 w 391476"/>
                        <a:gd name="connsiteY1" fmla="*/ 54251 h 391476"/>
                        <a:gd name="connsiteX2" fmla="*/ 290026 w 391476"/>
                        <a:gd name="connsiteY2" fmla="*/ 54251 h 391476"/>
                        <a:gd name="connsiteX3" fmla="*/ 290026 w 391476"/>
                        <a:gd name="connsiteY3" fmla="*/ 98737 h 391476"/>
                        <a:gd name="connsiteX4" fmla="*/ 197496 w 391476"/>
                        <a:gd name="connsiteY4" fmla="*/ 6206 h 391476"/>
                        <a:gd name="connsiteX5" fmla="*/ 6206 w 391476"/>
                        <a:gd name="connsiteY5" fmla="*/ 197496 h 391476"/>
                        <a:gd name="connsiteX6" fmla="*/ 7096 w 391476"/>
                        <a:gd name="connsiteY6" fmla="*/ 387896 h 391476"/>
                        <a:gd name="connsiteX7" fmla="*/ 146781 w 391476"/>
                        <a:gd name="connsiteY7" fmla="*/ 387896 h 391476"/>
                        <a:gd name="connsiteX8" fmla="*/ 242871 w 391476"/>
                        <a:gd name="connsiteY8" fmla="*/ 387896 h 391476"/>
                        <a:gd name="connsiteX9" fmla="*/ 388785 w 391476"/>
                        <a:gd name="connsiteY9" fmla="*/ 387896 h 391476"/>
                        <a:gd name="connsiteX10" fmla="*/ 388785 w 391476"/>
                        <a:gd name="connsiteY10" fmla="*/ 197496 h 391476"/>
                        <a:gd name="connsiteX11" fmla="*/ 338071 w 391476"/>
                        <a:gd name="connsiteY11" fmla="*/ 146781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391476" h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56" name="Vrije vorm: vorm 355">
                      <a:extLst>
                        <a:ext uri="{FF2B5EF4-FFF2-40B4-BE49-F238E27FC236}">
                          <a16:creationId xmlns:a16="http://schemas.microsoft.com/office/drawing/2014/main" id="{9FCB5A4E-56DA-0050-D470-59849B3562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0367" y="5023941"/>
                      <a:ext cx="284710" cy="391477"/>
                    </a:xfrm>
                    <a:custGeom>
                      <a:avLst/>
                      <a:gdLst>
                        <a:gd name="connsiteX0" fmla="*/ 208172 w 284710"/>
                        <a:gd name="connsiteY0" fmla="*/ 169914 h 391476"/>
                        <a:gd name="connsiteX1" fmla="*/ 238423 w 284710"/>
                        <a:gd name="connsiteY1" fmla="*/ 100516 h 391476"/>
                        <a:gd name="connsiteX2" fmla="*/ 145892 w 284710"/>
                        <a:gd name="connsiteY2" fmla="*/ 6206 h 391476"/>
                        <a:gd name="connsiteX3" fmla="*/ 53361 w 284710"/>
                        <a:gd name="connsiteY3" fmla="*/ 100516 h 391476"/>
                        <a:gd name="connsiteX4" fmla="*/ 83611 w 284710"/>
                        <a:gd name="connsiteY4" fmla="*/ 169914 h 391476"/>
                        <a:gd name="connsiteX5" fmla="*/ 6206 w 284710"/>
                        <a:gd name="connsiteY5" fmla="*/ 272232 h 391476"/>
                        <a:gd name="connsiteX6" fmla="*/ 6206 w 284710"/>
                        <a:gd name="connsiteY6" fmla="*/ 321167 h 391476"/>
                        <a:gd name="connsiteX7" fmla="*/ 6206 w 284710"/>
                        <a:gd name="connsiteY7" fmla="*/ 332733 h 391476"/>
                        <a:gd name="connsiteX8" fmla="*/ 6206 w 284710"/>
                        <a:gd name="connsiteY8" fmla="*/ 342520 h 391476"/>
                        <a:gd name="connsiteX9" fmla="*/ 6206 w 284710"/>
                        <a:gd name="connsiteY9" fmla="*/ 346079 h 391476"/>
                        <a:gd name="connsiteX10" fmla="*/ 6206 w 284710"/>
                        <a:gd name="connsiteY10" fmla="*/ 358535 h 391476"/>
                        <a:gd name="connsiteX11" fmla="*/ 6206 w 284710"/>
                        <a:gd name="connsiteY11" fmla="*/ 389675 h 391476"/>
                        <a:gd name="connsiteX12" fmla="*/ 287357 w 284710"/>
                        <a:gd name="connsiteY12" fmla="*/ 389675 h 391476"/>
                        <a:gd name="connsiteX13" fmla="*/ 287357 w 284710"/>
                        <a:gd name="connsiteY13" fmla="*/ 272232 h 391476"/>
                        <a:gd name="connsiteX14" fmla="*/ 208172 w 284710"/>
                        <a:gd name="connsiteY14" fmla="*/ 169914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84710" h="391476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57" name="Vrije vorm: vorm 356">
                      <a:extLst>
                        <a:ext uri="{FF2B5EF4-FFF2-40B4-BE49-F238E27FC236}">
                          <a16:creationId xmlns:a16="http://schemas.microsoft.com/office/drawing/2014/main" id="{C327297E-0CDC-5543-1A46-D9993AFFBA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9720" y="5961705"/>
                      <a:ext cx="275813" cy="391477"/>
                    </a:xfrm>
                    <a:custGeom>
                      <a:avLst/>
                      <a:gdLst>
                        <a:gd name="connsiteX0" fmla="*/ 142333 w 275813"/>
                        <a:gd name="connsiteY0" fmla="*/ 388785 h 391476"/>
                        <a:gd name="connsiteX1" fmla="*/ 278460 w 275813"/>
                        <a:gd name="connsiteY1" fmla="*/ 252658 h 391476"/>
                        <a:gd name="connsiteX2" fmla="*/ 274011 w 275813"/>
                        <a:gd name="connsiteY2" fmla="*/ 219738 h 391476"/>
                        <a:gd name="connsiteX3" fmla="*/ 269563 w 275813"/>
                        <a:gd name="connsiteY3" fmla="*/ 206393 h 391476"/>
                        <a:gd name="connsiteX4" fmla="*/ 242871 w 275813"/>
                        <a:gd name="connsiteY4" fmla="*/ 161907 h 391476"/>
                        <a:gd name="connsiteX5" fmla="*/ 142333 w 275813"/>
                        <a:gd name="connsiteY5" fmla="*/ 6206 h 391476"/>
                        <a:gd name="connsiteX6" fmla="*/ 41795 w 275813"/>
                        <a:gd name="connsiteY6" fmla="*/ 161907 h 391476"/>
                        <a:gd name="connsiteX7" fmla="*/ 15103 w 275813"/>
                        <a:gd name="connsiteY7" fmla="*/ 206393 h 391476"/>
                        <a:gd name="connsiteX8" fmla="*/ 10654 w 275813"/>
                        <a:gd name="connsiteY8" fmla="*/ 219738 h 391476"/>
                        <a:gd name="connsiteX9" fmla="*/ 6206 w 275813"/>
                        <a:gd name="connsiteY9" fmla="*/ 252658 h 391476"/>
                        <a:gd name="connsiteX10" fmla="*/ 142333 w 275813"/>
                        <a:gd name="connsiteY10" fmla="*/ 388785 h 391476"/>
                        <a:gd name="connsiteX11" fmla="*/ 142333 w 275813"/>
                        <a:gd name="connsiteY11" fmla="*/ 388785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75813" h="391476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</p:grpSp>
            </p:grpSp>
            <p:sp>
              <p:nvSpPr>
                <p:cNvPr id="352" name="Vrije vorm: vorm 351">
                  <a:extLst>
                    <a:ext uri="{FF2B5EF4-FFF2-40B4-BE49-F238E27FC236}">
                      <a16:creationId xmlns:a16="http://schemas.microsoft.com/office/drawing/2014/main" id="{AC81E390-4ABD-5287-D1F4-1BAA8F4F488B}"/>
                    </a:ext>
                  </a:extLst>
                </p:cNvPr>
                <p:cNvSpPr/>
                <p:nvPr/>
              </p:nvSpPr>
              <p:spPr>
                <a:xfrm>
                  <a:off x="2476984" y="5962595"/>
                  <a:ext cx="391477" cy="391477"/>
                </a:xfrm>
                <a:custGeom>
                  <a:avLst/>
                  <a:gdLst>
                    <a:gd name="connsiteX0" fmla="*/ 43574 w 391476"/>
                    <a:gd name="connsiteY0" fmla="*/ 81832 h 391476"/>
                    <a:gd name="connsiteX1" fmla="*/ 10654 w 391476"/>
                    <a:gd name="connsiteY1" fmla="*/ 149451 h 391476"/>
                    <a:gd name="connsiteX2" fmla="*/ 65817 w 391476"/>
                    <a:gd name="connsiteY2" fmla="*/ 176142 h 391476"/>
                    <a:gd name="connsiteX3" fmla="*/ 64038 w 391476"/>
                    <a:gd name="connsiteY3" fmla="*/ 205503 h 391476"/>
                    <a:gd name="connsiteX4" fmla="*/ 6206 w 391476"/>
                    <a:gd name="connsiteY4" fmla="*/ 225966 h 391476"/>
                    <a:gd name="connsiteX5" fmla="*/ 31118 w 391476"/>
                    <a:gd name="connsiteY5" fmla="*/ 297144 h 391476"/>
                    <a:gd name="connsiteX6" fmla="*/ 88950 w 391476"/>
                    <a:gd name="connsiteY6" fmla="*/ 276680 h 391476"/>
                    <a:gd name="connsiteX7" fmla="*/ 108524 w 391476"/>
                    <a:gd name="connsiteY7" fmla="*/ 298034 h 391476"/>
                    <a:gd name="connsiteX8" fmla="*/ 81832 w 391476"/>
                    <a:gd name="connsiteY8" fmla="*/ 353196 h 391476"/>
                    <a:gd name="connsiteX9" fmla="*/ 149451 w 391476"/>
                    <a:gd name="connsiteY9" fmla="*/ 386116 h 391476"/>
                    <a:gd name="connsiteX10" fmla="*/ 176142 w 391476"/>
                    <a:gd name="connsiteY10" fmla="*/ 330953 h 391476"/>
                    <a:gd name="connsiteX11" fmla="*/ 205503 w 391476"/>
                    <a:gd name="connsiteY11" fmla="*/ 332733 h 391476"/>
                    <a:gd name="connsiteX12" fmla="*/ 225966 w 391476"/>
                    <a:gd name="connsiteY12" fmla="*/ 390565 h 391476"/>
                    <a:gd name="connsiteX13" fmla="*/ 297144 w 391476"/>
                    <a:gd name="connsiteY13" fmla="*/ 365652 h 391476"/>
                    <a:gd name="connsiteX14" fmla="*/ 276681 w 391476"/>
                    <a:gd name="connsiteY14" fmla="*/ 307821 h 391476"/>
                    <a:gd name="connsiteX15" fmla="*/ 298034 w 391476"/>
                    <a:gd name="connsiteY15" fmla="*/ 288247 h 391476"/>
                    <a:gd name="connsiteX16" fmla="*/ 353196 w 391476"/>
                    <a:gd name="connsiteY16" fmla="*/ 314938 h 391476"/>
                    <a:gd name="connsiteX17" fmla="*/ 386116 w 391476"/>
                    <a:gd name="connsiteY17" fmla="*/ 247320 h 391476"/>
                    <a:gd name="connsiteX18" fmla="*/ 330953 w 391476"/>
                    <a:gd name="connsiteY18" fmla="*/ 220628 h 391476"/>
                    <a:gd name="connsiteX19" fmla="*/ 332733 w 391476"/>
                    <a:gd name="connsiteY19" fmla="*/ 191267 h 391476"/>
                    <a:gd name="connsiteX20" fmla="*/ 390565 w 391476"/>
                    <a:gd name="connsiteY20" fmla="*/ 170804 h 391476"/>
                    <a:gd name="connsiteX21" fmla="*/ 365653 w 391476"/>
                    <a:gd name="connsiteY21" fmla="*/ 99626 h 391476"/>
                    <a:gd name="connsiteX22" fmla="*/ 307821 w 391476"/>
                    <a:gd name="connsiteY22" fmla="*/ 120090 h 391476"/>
                    <a:gd name="connsiteX23" fmla="*/ 288247 w 391476"/>
                    <a:gd name="connsiteY23" fmla="*/ 98737 h 391476"/>
                    <a:gd name="connsiteX24" fmla="*/ 314938 w 391476"/>
                    <a:gd name="connsiteY24" fmla="*/ 43574 h 391476"/>
                    <a:gd name="connsiteX25" fmla="*/ 247320 w 391476"/>
                    <a:gd name="connsiteY25" fmla="*/ 10654 h 391476"/>
                    <a:gd name="connsiteX26" fmla="*/ 220628 w 391476"/>
                    <a:gd name="connsiteY26" fmla="*/ 65817 h 391476"/>
                    <a:gd name="connsiteX27" fmla="*/ 191267 w 391476"/>
                    <a:gd name="connsiteY27" fmla="*/ 64038 h 391476"/>
                    <a:gd name="connsiteX28" fmla="*/ 170804 w 391476"/>
                    <a:gd name="connsiteY28" fmla="*/ 6206 h 391476"/>
                    <a:gd name="connsiteX29" fmla="*/ 99626 w 391476"/>
                    <a:gd name="connsiteY29" fmla="*/ 31118 h 391476"/>
                    <a:gd name="connsiteX30" fmla="*/ 120090 w 391476"/>
                    <a:gd name="connsiteY30" fmla="*/ 88950 h 391476"/>
                    <a:gd name="connsiteX31" fmla="*/ 98737 w 391476"/>
                    <a:gd name="connsiteY31" fmla="*/ 108524 h 391476"/>
                    <a:gd name="connsiteX32" fmla="*/ 43574 w 391476"/>
                    <a:gd name="connsiteY32" fmla="*/ 81832 h 391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91476" h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8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8108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11" name="Groep 310">
              <a:extLst>
                <a:ext uri="{FF2B5EF4-FFF2-40B4-BE49-F238E27FC236}">
                  <a16:creationId xmlns:a16="http://schemas.microsoft.com/office/drawing/2014/main" id="{EBEF5EEC-3B59-276B-3487-10D4BCCDEC07}"/>
                </a:ext>
              </a:extLst>
            </p:cNvPr>
            <p:cNvGrpSpPr/>
            <p:nvPr userDrawn="1"/>
          </p:nvGrpSpPr>
          <p:grpSpPr>
            <a:xfrm>
              <a:off x="-3314820" y="3391746"/>
              <a:ext cx="1381246" cy="331361"/>
              <a:chOff x="-3314820" y="3391746"/>
              <a:chExt cx="1381246" cy="331361"/>
            </a:xfrm>
          </p:grpSpPr>
          <p:sp>
            <p:nvSpPr>
              <p:cNvPr id="340" name="Rechthoek 339">
                <a:extLst>
                  <a:ext uri="{FF2B5EF4-FFF2-40B4-BE49-F238E27FC236}">
                    <a16:creationId xmlns:a16="http://schemas.microsoft.com/office/drawing/2014/main" id="{7621A724-107F-6A19-A414-922EF5A41BC5}"/>
                  </a:ext>
                </a:extLst>
              </p:cNvPr>
              <p:cNvSpPr/>
              <p:nvPr userDrawn="1"/>
            </p:nvSpPr>
            <p:spPr>
              <a:xfrm>
                <a:off x="-3314820" y="3391746"/>
                <a:ext cx="1381246" cy="27227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1" name="Rechthoek 340">
                <a:extLst>
                  <a:ext uri="{FF2B5EF4-FFF2-40B4-BE49-F238E27FC236}">
                    <a16:creationId xmlns:a16="http://schemas.microsoft.com/office/drawing/2014/main" id="{36A79555-0E67-EB57-E7FE-0FBBDD79B18D}"/>
                  </a:ext>
                </a:extLst>
              </p:cNvPr>
              <p:cNvSpPr/>
              <p:nvPr userDrawn="1"/>
            </p:nvSpPr>
            <p:spPr>
              <a:xfrm>
                <a:off x="-3304719" y="3412899"/>
                <a:ext cx="1361619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2" name="Tekstvak 341">
                <a:extLst>
                  <a:ext uri="{FF2B5EF4-FFF2-40B4-BE49-F238E27FC236}">
                    <a16:creationId xmlns:a16="http://schemas.microsoft.com/office/drawing/2014/main" id="{9F464A8F-FB9B-DDCC-85B2-F9E9251F438D}"/>
                  </a:ext>
                </a:extLst>
              </p:cNvPr>
              <p:cNvSpPr txBox="1"/>
              <p:nvPr userDrawn="1"/>
            </p:nvSpPr>
            <p:spPr>
              <a:xfrm>
                <a:off x="-3069820" y="3472995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Vormopvulling</a:t>
                </a:r>
              </a:p>
            </p:txBody>
          </p:sp>
          <p:sp>
            <p:nvSpPr>
              <p:cNvPr id="343" name="Vrije vorm: vorm 342">
                <a:extLst>
                  <a:ext uri="{FF2B5EF4-FFF2-40B4-BE49-F238E27FC236}">
                    <a16:creationId xmlns:a16="http://schemas.microsoft.com/office/drawing/2014/main" id="{2CA8BDF3-2BFE-BD5C-366B-CC7D3EA248F6}"/>
                  </a:ext>
                </a:extLst>
              </p:cNvPr>
              <p:cNvSpPr/>
              <p:nvPr userDrawn="1"/>
            </p:nvSpPr>
            <p:spPr>
              <a:xfrm>
                <a:off x="-2241774" y="3543107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44" name="Groep 343">
                <a:extLst>
                  <a:ext uri="{FF2B5EF4-FFF2-40B4-BE49-F238E27FC236}">
                    <a16:creationId xmlns:a16="http://schemas.microsoft.com/office/drawing/2014/main" id="{13118C81-F807-CF61-B2E5-02A81789BA08}"/>
                  </a:ext>
                </a:extLst>
              </p:cNvPr>
              <p:cNvGrpSpPr/>
              <p:nvPr userDrawn="1"/>
            </p:nvGrpSpPr>
            <p:grpSpPr>
              <a:xfrm>
                <a:off x="-3243855" y="3446665"/>
                <a:ext cx="157453" cy="147831"/>
                <a:chOff x="-899320" y="3037554"/>
                <a:chExt cx="175977" cy="165227"/>
              </a:xfrm>
            </p:grpSpPr>
            <p:sp>
              <p:nvSpPr>
                <p:cNvPr id="346" name="Vrije vorm: vorm 345">
                  <a:extLst>
                    <a:ext uri="{FF2B5EF4-FFF2-40B4-BE49-F238E27FC236}">
                      <a16:creationId xmlns:a16="http://schemas.microsoft.com/office/drawing/2014/main" id="{938A1162-8E96-1207-8CA7-8EA2AC098657}"/>
                    </a:ext>
                  </a:extLst>
                </p:cNvPr>
                <p:cNvSpPr/>
                <p:nvPr userDrawn="1"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61912"/>
                    <a:gd name="connsiteY0" fmla="*/ 4763 h 76200"/>
                    <a:gd name="connsiteX1" fmla="*/ 4762 w 61912"/>
                    <a:gd name="connsiteY1" fmla="*/ 76200 h 76200"/>
                    <a:gd name="connsiteX2" fmla="*/ 61912 w 61912"/>
                    <a:gd name="connsiteY2" fmla="*/ 0 h 76200"/>
                    <a:gd name="connsiteX3" fmla="*/ 0 w 61912"/>
                    <a:gd name="connsiteY3" fmla="*/ 4763 h 76200"/>
                    <a:gd name="connsiteX0" fmla="*/ 0 w 61912"/>
                    <a:gd name="connsiteY0" fmla="*/ 50015 h 121452"/>
                    <a:gd name="connsiteX1" fmla="*/ 4762 w 61912"/>
                    <a:gd name="connsiteY1" fmla="*/ 121452 h 121452"/>
                    <a:gd name="connsiteX2" fmla="*/ 61912 w 61912"/>
                    <a:gd name="connsiteY2" fmla="*/ 45252 h 121452"/>
                    <a:gd name="connsiteX3" fmla="*/ 7143 w 61912"/>
                    <a:gd name="connsiteY3" fmla="*/ 9 h 121452"/>
                    <a:gd name="connsiteX4" fmla="*/ 0 w 61912"/>
                    <a:gd name="connsiteY4" fmla="*/ 50015 h 121452"/>
                    <a:gd name="connsiteX0" fmla="*/ 30217 w 92129"/>
                    <a:gd name="connsiteY0" fmla="*/ 50015 h 121452"/>
                    <a:gd name="connsiteX1" fmla="*/ 34979 w 92129"/>
                    <a:gd name="connsiteY1" fmla="*/ 121452 h 121452"/>
                    <a:gd name="connsiteX2" fmla="*/ 92129 w 92129"/>
                    <a:gd name="connsiteY2" fmla="*/ 45252 h 121452"/>
                    <a:gd name="connsiteX3" fmla="*/ 37360 w 92129"/>
                    <a:gd name="connsiteY3" fmla="*/ 9 h 121452"/>
                    <a:gd name="connsiteX4" fmla="*/ 30217 w 92129"/>
                    <a:gd name="connsiteY4" fmla="*/ 50015 h 121452"/>
                    <a:gd name="connsiteX0" fmla="*/ 30217 w 92129"/>
                    <a:gd name="connsiteY0" fmla="*/ 50006 h 121443"/>
                    <a:gd name="connsiteX1" fmla="*/ 34979 w 92129"/>
                    <a:gd name="connsiteY1" fmla="*/ 121443 h 121443"/>
                    <a:gd name="connsiteX2" fmla="*/ 92129 w 92129"/>
                    <a:gd name="connsiteY2" fmla="*/ 45243 h 121443"/>
                    <a:gd name="connsiteX3" fmla="*/ 37360 w 92129"/>
                    <a:gd name="connsiteY3" fmla="*/ 0 h 121443"/>
                    <a:gd name="connsiteX4" fmla="*/ 30217 w 92129"/>
                    <a:gd name="connsiteY4" fmla="*/ 50006 h 121443"/>
                    <a:gd name="connsiteX0" fmla="*/ 30217 w 92490"/>
                    <a:gd name="connsiteY0" fmla="*/ 50006 h 121443"/>
                    <a:gd name="connsiteX1" fmla="*/ 34979 w 92490"/>
                    <a:gd name="connsiteY1" fmla="*/ 121443 h 121443"/>
                    <a:gd name="connsiteX2" fmla="*/ 92129 w 92490"/>
                    <a:gd name="connsiteY2" fmla="*/ 45243 h 121443"/>
                    <a:gd name="connsiteX3" fmla="*/ 37360 w 92490"/>
                    <a:gd name="connsiteY3" fmla="*/ 0 h 121443"/>
                    <a:gd name="connsiteX4" fmla="*/ 30217 w 92490"/>
                    <a:gd name="connsiteY4" fmla="*/ 50006 h 121443"/>
                    <a:gd name="connsiteX0" fmla="*/ 30217 w 80781"/>
                    <a:gd name="connsiteY0" fmla="*/ 50006 h 121443"/>
                    <a:gd name="connsiteX1" fmla="*/ 34979 w 80781"/>
                    <a:gd name="connsiteY1" fmla="*/ 121443 h 121443"/>
                    <a:gd name="connsiteX2" fmla="*/ 80222 w 80781"/>
                    <a:gd name="connsiteY2" fmla="*/ 52387 h 121443"/>
                    <a:gd name="connsiteX3" fmla="*/ 37360 w 80781"/>
                    <a:gd name="connsiteY3" fmla="*/ 0 h 121443"/>
                    <a:gd name="connsiteX4" fmla="*/ 30217 w 80781"/>
                    <a:gd name="connsiteY4" fmla="*/ 50006 h 121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781" h="121443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Rechthoek: afgeronde hoeken 346">
                  <a:extLst>
                    <a:ext uri="{FF2B5EF4-FFF2-40B4-BE49-F238E27FC236}">
                      <a16:creationId xmlns:a16="http://schemas.microsoft.com/office/drawing/2014/main" id="{5EBDD059-FE1E-3AEE-9289-0520AC71059C}"/>
                    </a:ext>
                  </a:extLst>
                </p:cNvPr>
                <p:cNvSpPr/>
                <p:nvPr userDrawn="1"/>
              </p:nvSpPr>
              <p:spPr>
                <a:xfrm rot="2903873">
                  <a:off x="-887744" y="3085651"/>
                  <a:ext cx="99751" cy="122903"/>
                </a:xfrm>
                <a:prstGeom prst="roundRect">
                  <a:avLst>
                    <a:gd name="adj" fmla="val 2911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8" name="Vrije vorm: vorm 347">
                  <a:extLst>
                    <a:ext uri="{FF2B5EF4-FFF2-40B4-BE49-F238E27FC236}">
                      <a16:creationId xmlns:a16="http://schemas.microsoft.com/office/drawing/2014/main" id="{CB2B3966-2302-47A0-9E6A-54964E96221C}"/>
                    </a:ext>
                  </a:extLst>
                </p:cNvPr>
                <p:cNvSpPr/>
                <p:nvPr userDrawn="1"/>
              </p:nvSpPr>
              <p:spPr>
                <a:xfrm>
                  <a:off x="-894646" y="3037554"/>
                  <a:ext cx="64753" cy="85767"/>
                </a:xfrm>
                <a:custGeom>
                  <a:avLst/>
                  <a:gdLst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46443"/>
                    <a:gd name="connsiteY0" fmla="*/ 78387 h 78387"/>
                    <a:gd name="connsiteX1" fmla="*/ 20249 w 46443"/>
                    <a:gd name="connsiteY1" fmla="*/ 11 h 78387"/>
                    <a:gd name="connsiteX2" fmla="*/ 46443 w 46443"/>
                    <a:gd name="connsiteY2" fmla="*/ 73830 h 78387"/>
                    <a:gd name="connsiteX0" fmla="*/ 135 w 46578"/>
                    <a:gd name="connsiteY0" fmla="*/ 78387 h 78387"/>
                    <a:gd name="connsiteX1" fmla="*/ 20384 w 46578"/>
                    <a:gd name="connsiteY1" fmla="*/ 11 h 78387"/>
                    <a:gd name="connsiteX2" fmla="*/ 46578 w 46578"/>
                    <a:gd name="connsiteY2" fmla="*/ 73830 h 78387"/>
                    <a:gd name="connsiteX0" fmla="*/ 295 w 46738"/>
                    <a:gd name="connsiteY0" fmla="*/ 78387 h 78387"/>
                    <a:gd name="connsiteX1" fmla="*/ 20544 w 46738"/>
                    <a:gd name="connsiteY1" fmla="*/ 11 h 78387"/>
                    <a:gd name="connsiteX2" fmla="*/ 46738 w 46738"/>
                    <a:gd name="connsiteY2" fmla="*/ 73830 h 78387"/>
                    <a:gd name="connsiteX0" fmla="*/ 127 w 39137"/>
                    <a:gd name="connsiteY0" fmla="*/ 78452 h 78452"/>
                    <a:gd name="connsiteX1" fmla="*/ 20376 w 39137"/>
                    <a:gd name="connsiteY1" fmla="*/ 76 h 78452"/>
                    <a:gd name="connsiteX2" fmla="*/ 39137 w 39137"/>
                    <a:gd name="connsiteY2" fmla="*/ 67366 h 78452"/>
                    <a:gd name="connsiteX0" fmla="*/ 127 w 39933"/>
                    <a:gd name="connsiteY0" fmla="*/ 78470 h 78470"/>
                    <a:gd name="connsiteX1" fmla="*/ 20376 w 39933"/>
                    <a:gd name="connsiteY1" fmla="*/ 94 h 78470"/>
                    <a:gd name="connsiteX2" fmla="*/ 39137 w 39933"/>
                    <a:gd name="connsiteY2" fmla="*/ 67384 h 78470"/>
                    <a:gd name="connsiteX0" fmla="*/ 219 w 40422"/>
                    <a:gd name="connsiteY0" fmla="*/ 78381 h 78381"/>
                    <a:gd name="connsiteX1" fmla="*/ 20468 w 40422"/>
                    <a:gd name="connsiteY1" fmla="*/ 5 h 78381"/>
                    <a:gd name="connsiteX2" fmla="*/ 39229 w 40422"/>
                    <a:gd name="connsiteY2" fmla="*/ 67295 h 7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422" h="78381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45" name="Gelijkbenige driehoek 344">
                <a:extLst>
                  <a:ext uri="{FF2B5EF4-FFF2-40B4-BE49-F238E27FC236}">
                    <a16:creationId xmlns:a16="http://schemas.microsoft.com/office/drawing/2014/main" id="{7EF74B53-163A-B4C4-FD81-ACEC22C7176F}"/>
                  </a:ext>
                </a:extLst>
              </p:cNvPr>
              <p:cNvSpPr/>
              <p:nvPr userDrawn="1"/>
            </p:nvSpPr>
            <p:spPr>
              <a:xfrm rot="10800000">
                <a:off x="-2162266" y="3519194"/>
                <a:ext cx="94890" cy="50291"/>
              </a:xfrm>
              <a:prstGeom prst="triangl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12" name="Ovaal 311">
              <a:extLst>
                <a:ext uri="{FF2B5EF4-FFF2-40B4-BE49-F238E27FC236}">
                  <a16:creationId xmlns:a16="http://schemas.microsoft.com/office/drawing/2014/main" id="{62EC40D4-D470-CB35-85E2-D5EFE3FD4DB6}"/>
                </a:ext>
              </a:extLst>
            </p:cNvPr>
            <p:cNvSpPr/>
            <p:nvPr userDrawn="1"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13" name="Rechthoek 312">
              <a:extLst>
                <a:ext uri="{FF2B5EF4-FFF2-40B4-BE49-F238E27FC236}">
                  <a16:creationId xmlns:a16="http://schemas.microsoft.com/office/drawing/2014/main" id="{FC97CA32-0400-4302-53C2-58F1B0857FCC}"/>
                </a:ext>
              </a:extLst>
            </p:cNvPr>
            <p:cNvSpPr/>
            <p:nvPr userDrawn="1"/>
          </p:nvSpPr>
          <p:spPr>
            <a:xfrm>
              <a:off x="-3319415" y="391614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één van de themakleuren uit het ingestelde kleurenpallet.</a:t>
              </a:r>
            </a:p>
          </p:txBody>
        </p:sp>
        <p:grpSp>
          <p:nvGrpSpPr>
            <p:cNvPr id="314" name="Groep 313">
              <a:extLst>
                <a:ext uri="{FF2B5EF4-FFF2-40B4-BE49-F238E27FC236}">
                  <a16:creationId xmlns:a16="http://schemas.microsoft.com/office/drawing/2014/main" id="{015AAB20-B92E-1349-975B-4800583458C3}"/>
                </a:ext>
              </a:extLst>
            </p:cNvPr>
            <p:cNvGrpSpPr/>
            <p:nvPr userDrawn="1"/>
          </p:nvGrpSpPr>
          <p:grpSpPr>
            <a:xfrm>
              <a:off x="-3333646" y="4635104"/>
              <a:ext cx="2012897" cy="490702"/>
              <a:chOff x="12731803" y="3562552"/>
              <a:chExt cx="2012897" cy="490702"/>
            </a:xfrm>
          </p:grpSpPr>
          <p:sp>
            <p:nvSpPr>
              <p:cNvPr id="325" name="Rechthoek 324">
                <a:extLst>
                  <a:ext uri="{FF2B5EF4-FFF2-40B4-BE49-F238E27FC236}">
                    <a16:creationId xmlns:a16="http://schemas.microsoft.com/office/drawing/2014/main" id="{B2B0C29A-A377-4ED4-B38F-2E9E5364E46B}"/>
                  </a:ext>
                </a:extLst>
              </p:cNvPr>
              <p:cNvSpPr/>
              <p:nvPr userDrawn="1"/>
            </p:nvSpPr>
            <p:spPr>
              <a:xfrm>
                <a:off x="12747554" y="3562552"/>
                <a:ext cx="1997146" cy="490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D1D1D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6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26" name="Rechthoek 325">
                <a:extLst>
                  <a:ext uri="{FF2B5EF4-FFF2-40B4-BE49-F238E27FC236}">
                    <a16:creationId xmlns:a16="http://schemas.microsoft.com/office/drawing/2014/main" id="{B7C8CE2B-3650-51FB-C5BA-503CA715AC03}"/>
                  </a:ext>
                </a:extLst>
              </p:cNvPr>
              <p:cNvSpPr/>
              <p:nvPr userDrawn="1"/>
            </p:nvSpPr>
            <p:spPr>
              <a:xfrm>
                <a:off x="12766168" y="3578469"/>
                <a:ext cx="1965344" cy="254977"/>
              </a:xfrm>
              <a:prstGeom prst="rect">
                <a:avLst/>
              </a:prstGeom>
              <a:solidFill>
                <a:srgbClr val="EBEBE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7" name="Tekstvak 326">
                <a:extLst>
                  <a:ext uri="{FF2B5EF4-FFF2-40B4-BE49-F238E27FC236}">
                    <a16:creationId xmlns:a16="http://schemas.microsoft.com/office/drawing/2014/main" id="{C79661F8-8C20-26DE-7654-72226414729A}"/>
                  </a:ext>
                </a:extLst>
              </p:cNvPr>
              <p:cNvSpPr txBox="1"/>
              <p:nvPr userDrawn="1"/>
            </p:nvSpPr>
            <p:spPr>
              <a:xfrm>
                <a:off x="12731803" y="3591461"/>
                <a:ext cx="1052979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217512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nl-NL" sz="900" b="1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Themakleuren</a:t>
                </a:r>
              </a:p>
            </p:txBody>
          </p:sp>
          <p:sp>
            <p:nvSpPr>
              <p:cNvPr id="328" name="Rechthoek 327">
                <a:extLst>
                  <a:ext uri="{FF2B5EF4-FFF2-40B4-BE49-F238E27FC236}">
                    <a16:creationId xmlns:a16="http://schemas.microsoft.com/office/drawing/2014/main" id="{5DD33185-CBEA-8BD2-EBB5-D0841368E554}"/>
                  </a:ext>
                </a:extLst>
              </p:cNvPr>
              <p:cNvSpPr/>
              <p:nvPr userDrawn="1"/>
            </p:nvSpPr>
            <p:spPr>
              <a:xfrm>
                <a:off x="12814699" y="3874304"/>
                <a:ext cx="136620" cy="13662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9" name="Rechthoek 328">
                <a:extLst>
                  <a:ext uri="{FF2B5EF4-FFF2-40B4-BE49-F238E27FC236}">
                    <a16:creationId xmlns:a16="http://schemas.microsoft.com/office/drawing/2014/main" id="{1514CA7C-2303-BA82-2A94-213B96F703CD}"/>
                  </a:ext>
                </a:extLst>
              </p:cNvPr>
              <p:cNvSpPr/>
              <p:nvPr userDrawn="1"/>
            </p:nvSpPr>
            <p:spPr>
              <a:xfrm>
                <a:off x="13007154" y="3870040"/>
                <a:ext cx="136620" cy="136620"/>
              </a:xfrm>
              <a:prstGeom prst="rect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0" name="Rechthoek 329">
                <a:extLst>
                  <a:ext uri="{FF2B5EF4-FFF2-40B4-BE49-F238E27FC236}">
                    <a16:creationId xmlns:a16="http://schemas.microsoft.com/office/drawing/2014/main" id="{516EE295-6555-614E-597F-2DBC8F2572F5}"/>
                  </a:ext>
                </a:extLst>
              </p:cNvPr>
              <p:cNvSpPr/>
              <p:nvPr userDrawn="1"/>
            </p:nvSpPr>
            <p:spPr>
              <a:xfrm>
                <a:off x="13199609" y="3870040"/>
                <a:ext cx="136620" cy="136620"/>
              </a:xfrm>
              <a:prstGeom prst="rect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1" name="Rechthoek 330">
                <a:extLst>
                  <a:ext uri="{FF2B5EF4-FFF2-40B4-BE49-F238E27FC236}">
                    <a16:creationId xmlns:a16="http://schemas.microsoft.com/office/drawing/2014/main" id="{BB7D0637-8B19-520D-D613-100AC823CD8D}"/>
                  </a:ext>
                </a:extLst>
              </p:cNvPr>
              <p:cNvSpPr/>
              <p:nvPr userDrawn="1"/>
            </p:nvSpPr>
            <p:spPr>
              <a:xfrm>
                <a:off x="13392064" y="3870040"/>
                <a:ext cx="136620" cy="136620"/>
              </a:xfrm>
              <a:prstGeom prst="rect">
                <a:avLst/>
              </a:prstGeom>
              <a:solidFill>
                <a:schemeClr val="tx2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2" name="Rechthoek 331">
                <a:extLst>
                  <a:ext uri="{FF2B5EF4-FFF2-40B4-BE49-F238E27FC236}">
                    <a16:creationId xmlns:a16="http://schemas.microsoft.com/office/drawing/2014/main" id="{63033216-1691-EF45-8A2E-32A724EB80DA}"/>
                  </a:ext>
                </a:extLst>
              </p:cNvPr>
              <p:cNvSpPr/>
              <p:nvPr userDrawn="1"/>
            </p:nvSpPr>
            <p:spPr>
              <a:xfrm>
                <a:off x="13776974" y="3870040"/>
                <a:ext cx="136620" cy="136620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3" name="Rechthoek 332">
                <a:extLst>
                  <a:ext uri="{FF2B5EF4-FFF2-40B4-BE49-F238E27FC236}">
                    <a16:creationId xmlns:a16="http://schemas.microsoft.com/office/drawing/2014/main" id="{EE15D8E7-CFE1-07D5-251B-0E1DCAB0E2D5}"/>
                  </a:ext>
                </a:extLst>
              </p:cNvPr>
              <p:cNvSpPr/>
              <p:nvPr userDrawn="1"/>
            </p:nvSpPr>
            <p:spPr>
              <a:xfrm>
                <a:off x="13969429" y="3870040"/>
                <a:ext cx="136620" cy="136620"/>
              </a:xfrm>
              <a:prstGeom prst="rect">
                <a:avLst/>
              </a:prstGeom>
              <a:solidFill>
                <a:schemeClr val="accent3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4" name="Rechthoek 333">
                <a:extLst>
                  <a:ext uri="{FF2B5EF4-FFF2-40B4-BE49-F238E27FC236}">
                    <a16:creationId xmlns:a16="http://schemas.microsoft.com/office/drawing/2014/main" id="{AEC49877-AFED-1209-9561-4C9BB3F066CB}"/>
                  </a:ext>
                </a:extLst>
              </p:cNvPr>
              <p:cNvSpPr/>
              <p:nvPr userDrawn="1"/>
            </p:nvSpPr>
            <p:spPr>
              <a:xfrm>
                <a:off x="14161884" y="3870040"/>
                <a:ext cx="136620" cy="136620"/>
              </a:xfrm>
              <a:prstGeom prst="rect">
                <a:avLst/>
              </a:prstGeom>
              <a:solidFill>
                <a:schemeClr val="accent4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5" name="Rechthoek 334">
                <a:extLst>
                  <a:ext uri="{FF2B5EF4-FFF2-40B4-BE49-F238E27FC236}">
                    <a16:creationId xmlns:a16="http://schemas.microsoft.com/office/drawing/2014/main" id="{47EDCF02-0633-F00B-4981-F9C82EB21112}"/>
                  </a:ext>
                </a:extLst>
              </p:cNvPr>
              <p:cNvSpPr/>
              <p:nvPr userDrawn="1"/>
            </p:nvSpPr>
            <p:spPr>
              <a:xfrm>
                <a:off x="14354339" y="3870040"/>
                <a:ext cx="136620" cy="136620"/>
              </a:xfrm>
              <a:prstGeom prst="rect">
                <a:avLst/>
              </a:prstGeom>
              <a:solidFill>
                <a:schemeClr val="accent5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6" name="Rechthoek 335">
                <a:extLst>
                  <a:ext uri="{FF2B5EF4-FFF2-40B4-BE49-F238E27FC236}">
                    <a16:creationId xmlns:a16="http://schemas.microsoft.com/office/drawing/2014/main" id="{E4B339E0-3C33-4AAD-ED24-C16C50F1F8D7}"/>
                  </a:ext>
                </a:extLst>
              </p:cNvPr>
              <p:cNvSpPr/>
              <p:nvPr userDrawn="1"/>
            </p:nvSpPr>
            <p:spPr>
              <a:xfrm>
                <a:off x="14546797" y="3870040"/>
                <a:ext cx="136620" cy="136620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337" name="Groep 336">
                <a:extLst>
                  <a:ext uri="{FF2B5EF4-FFF2-40B4-BE49-F238E27FC236}">
                    <a16:creationId xmlns:a16="http://schemas.microsoft.com/office/drawing/2014/main" id="{5461B979-2502-57FA-FC59-B8AAD4677D32}"/>
                  </a:ext>
                </a:extLst>
              </p:cNvPr>
              <p:cNvGrpSpPr/>
              <p:nvPr userDrawn="1"/>
            </p:nvGrpSpPr>
            <p:grpSpPr>
              <a:xfrm>
                <a:off x="13580316" y="3865836"/>
                <a:ext cx="151508" cy="147961"/>
                <a:chOff x="13580316" y="3865836"/>
                <a:chExt cx="151508" cy="147961"/>
              </a:xfrm>
            </p:grpSpPr>
            <p:sp>
              <p:nvSpPr>
                <p:cNvPr id="338" name="Rechthoek 337">
                  <a:extLst>
                    <a:ext uri="{FF2B5EF4-FFF2-40B4-BE49-F238E27FC236}">
                      <a16:creationId xmlns:a16="http://schemas.microsoft.com/office/drawing/2014/main" id="{757F5CF9-7CD5-4C26-5A5D-7204BCE3B285}"/>
                    </a:ext>
                  </a:extLst>
                </p:cNvPr>
                <p:cNvSpPr/>
                <p:nvPr userDrawn="1"/>
              </p:nvSpPr>
              <p:spPr>
                <a:xfrm>
                  <a:off x="13584519" y="3870040"/>
                  <a:ext cx="136620" cy="136620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EBEBEB"/>
                  </a:solidFill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Rechthoek 338">
                  <a:extLst>
                    <a:ext uri="{FF2B5EF4-FFF2-40B4-BE49-F238E27FC236}">
                      <a16:creationId xmlns:a16="http://schemas.microsoft.com/office/drawing/2014/main" id="{2BC79F0E-9C8C-B663-26A0-5F79947B039B}"/>
                    </a:ext>
                  </a:extLst>
                </p:cNvPr>
                <p:cNvSpPr/>
                <p:nvPr userDrawn="1"/>
              </p:nvSpPr>
              <p:spPr>
                <a:xfrm>
                  <a:off x="13580316" y="3865836"/>
                  <a:ext cx="151508" cy="147961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F29132"/>
                  </a:solidFill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15" name="Groep 314">
              <a:extLst>
                <a:ext uri="{FF2B5EF4-FFF2-40B4-BE49-F238E27FC236}">
                  <a16:creationId xmlns:a16="http://schemas.microsoft.com/office/drawing/2014/main" id="{F163CC7F-15A2-F39B-A37E-A43CA68223B7}"/>
                </a:ext>
              </a:extLst>
            </p:cNvPr>
            <p:cNvGrpSpPr/>
            <p:nvPr userDrawn="1"/>
          </p:nvGrpSpPr>
          <p:grpSpPr>
            <a:xfrm>
              <a:off x="-3314820" y="4363463"/>
              <a:ext cx="1381246" cy="835929"/>
              <a:chOff x="-3314820" y="3391746"/>
              <a:chExt cx="1381246" cy="835929"/>
            </a:xfrm>
          </p:grpSpPr>
          <p:sp>
            <p:nvSpPr>
              <p:cNvPr id="316" name="Rechthoek 315">
                <a:extLst>
                  <a:ext uri="{FF2B5EF4-FFF2-40B4-BE49-F238E27FC236}">
                    <a16:creationId xmlns:a16="http://schemas.microsoft.com/office/drawing/2014/main" id="{0BFE3D6E-671D-DE78-5762-1FD72EE9C46C}"/>
                  </a:ext>
                </a:extLst>
              </p:cNvPr>
              <p:cNvSpPr/>
              <p:nvPr userDrawn="1"/>
            </p:nvSpPr>
            <p:spPr>
              <a:xfrm>
                <a:off x="-3314820" y="3391746"/>
                <a:ext cx="1381246" cy="27227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7" name="Rechthoek 316">
                <a:extLst>
                  <a:ext uri="{FF2B5EF4-FFF2-40B4-BE49-F238E27FC236}">
                    <a16:creationId xmlns:a16="http://schemas.microsoft.com/office/drawing/2014/main" id="{2C337764-A405-2651-8B21-F904E176CBAB}"/>
                  </a:ext>
                </a:extLst>
              </p:cNvPr>
              <p:cNvSpPr/>
              <p:nvPr userDrawn="1"/>
            </p:nvSpPr>
            <p:spPr>
              <a:xfrm>
                <a:off x="-3304719" y="3412899"/>
                <a:ext cx="1361619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8" name="Tekstvak 317">
                <a:extLst>
                  <a:ext uri="{FF2B5EF4-FFF2-40B4-BE49-F238E27FC236}">
                    <a16:creationId xmlns:a16="http://schemas.microsoft.com/office/drawing/2014/main" id="{F903FFED-EBB1-CDA5-1E99-6C1FF76D4E8C}"/>
                  </a:ext>
                </a:extLst>
              </p:cNvPr>
              <p:cNvSpPr txBox="1"/>
              <p:nvPr userDrawn="1"/>
            </p:nvSpPr>
            <p:spPr>
              <a:xfrm>
                <a:off x="-3069820" y="3472995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Vormopvulling</a:t>
                </a:r>
              </a:p>
            </p:txBody>
          </p:sp>
          <p:sp>
            <p:nvSpPr>
              <p:cNvPr id="319" name="Vrije vorm: vorm 318">
                <a:extLst>
                  <a:ext uri="{FF2B5EF4-FFF2-40B4-BE49-F238E27FC236}">
                    <a16:creationId xmlns:a16="http://schemas.microsoft.com/office/drawing/2014/main" id="{90CB5FD4-9225-8BA0-F680-99C8D0E27125}"/>
                  </a:ext>
                </a:extLst>
              </p:cNvPr>
              <p:cNvSpPr/>
              <p:nvPr userDrawn="1"/>
            </p:nvSpPr>
            <p:spPr>
              <a:xfrm>
                <a:off x="-2404225" y="4047675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20" name="Groep 319">
                <a:extLst>
                  <a:ext uri="{FF2B5EF4-FFF2-40B4-BE49-F238E27FC236}">
                    <a16:creationId xmlns:a16="http://schemas.microsoft.com/office/drawing/2014/main" id="{0E578944-712F-DF5E-979A-6B47BAB5B673}"/>
                  </a:ext>
                </a:extLst>
              </p:cNvPr>
              <p:cNvGrpSpPr/>
              <p:nvPr userDrawn="1"/>
            </p:nvGrpSpPr>
            <p:grpSpPr>
              <a:xfrm>
                <a:off x="-3243855" y="3446665"/>
                <a:ext cx="157453" cy="147831"/>
                <a:chOff x="-899320" y="3037554"/>
                <a:chExt cx="175977" cy="165227"/>
              </a:xfrm>
            </p:grpSpPr>
            <p:sp>
              <p:nvSpPr>
                <p:cNvPr id="322" name="Vrije vorm: vorm 321">
                  <a:extLst>
                    <a:ext uri="{FF2B5EF4-FFF2-40B4-BE49-F238E27FC236}">
                      <a16:creationId xmlns:a16="http://schemas.microsoft.com/office/drawing/2014/main" id="{493CBBA9-F823-C110-8398-08354DF9A98B}"/>
                    </a:ext>
                  </a:extLst>
                </p:cNvPr>
                <p:cNvSpPr/>
                <p:nvPr userDrawn="1"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61912"/>
                    <a:gd name="connsiteY0" fmla="*/ 4763 h 76200"/>
                    <a:gd name="connsiteX1" fmla="*/ 4762 w 61912"/>
                    <a:gd name="connsiteY1" fmla="*/ 76200 h 76200"/>
                    <a:gd name="connsiteX2" fmla="*/ 61912 w 61912"/>
                    <a:gd name="connsiteY2" fmla="*/ 0 h 76200"/>
                    <a:gd name="connsiteX3" fmla="*/ 0 w 61912"/>
                    <a:gd name="connsiteY3" fmla="*/ 4763 h 76200"/>
                    <a:gd name="connsiteX0" fmla="*/ 0 w 61912"/>
                    <a:gd name="connsiteY0" fmla="*/ 50015 h 121452"/>
                    <a:gd name="connsiteX1" fmla="*/ 4762 w 61912"/>
                    <a:gd name="connsiteY1" fmla="*/ 121452 h 121452"/>
                    <a:gd name="connsiteX2" fmla="*/ 61912 w 61912"/>
                    <a:gd name="connsiteY2" fmla="*/ 45252 h 121452"/>
                    <a:gd name="connsiteX3" fmla="*/ 7143 w 61912"/>
                    <a:gd name="connsiteY3" fmla="*/ 9 h 121452"/>
                    <a:gd name="connsiteX4" fmla="*/ 0 w 61912"/>
                    <a:gd name="connsiteY4" fmla="*/ 50015 h 121452"/>
                    <a:gd name="connsiteX0" fmla="*/ 30217 w 92129"/>
                    <a:gd name="connsiteY0" fmla="*/ 50015 h 121452"/>
                    <a:gd name="connsiteX1" fmla="*/ 34979 w 92129"/>
                    <a:gd name="connsiteY1" fmla="*/ 121452 h 121452"/>
                    <a:gd name="connsiteX2" fmla="*/ 92129 w 92129"/>
                    <a:gd name="connsiteY2" fmla="*/ 45252 h 121452"/>
                    <a:gd name="connsiteX3" fmla="*/ 37360 w 92129"/>
                    <a:gd name="connsiteY3" fmla="*/ 9 h 121452"/>
                    <a:gd name="connsiteX4" fmla="*/ 30217 w 92129"/>
                    <a:gd name="connsiteY4" fmla="*/ 50015 h 121452"/>
                    <a:gd name="connsiteX0" fmla="*/ 30217 w 92129"/>
                    <a:gd name="connsiteY0" fmla="*/ 50006 h 121443"/>
                    <a:gd name="connsiteX1" fmla="*/ 34979 w 92129"/>
                    <a:gd name="connsiteY1" fmla="*/ 121443 h 121443"/>
                    <a:gd name="connsiteX2" fmla="*/ 92129 w 92129"/>
                    <a:gd name="connsiteY2" fmla="*/ 45243 h 121443"/>
                    <a:gd name="connsiteX3" fmla="*/ 37360 w 92129"/>
                    <a:gd name="connsiteY3" fmla="*/ 0 h 121443"/>
                    <a:gd name="connsiteX4" fmla="*/ 30217 w 92129"/>
                    <a:gd name="connsiteY4" fmla="*/ 50006 h 121443"/>
                    <a:gd name="connsiteX0" fmla="*/ 30217 w 92490"/>
                    <a:gd name="connsiteY0" fmla="*/ 50006 h 121443"/>
                    <a:gd name="connsiteX1" fmla="*/ 34979 w 92490"/>
                    <a:gd name="connsiteY1" fmla="*/ 121443 h 121443"/>
                    <a:gd name="connsiteX2" fmla="*/ 92129 w 92490"/>
                    <a:gd name="connsiteY2" fmla="*/ 45243 h 121443"/>
                    <a:gd name="connsiteX3" fmla="*/ 37360 w 92490"/>
                    <a:gd name="connsiteY3" fmla="*/ 0 h 121443"/>
                    <a:gd name="connsiteX4" fmla="*/ 30217 w 92490"/>
                    <a:gd name="connsiteY4" fmla="*/ 50006 h 121443"/>
                    <a:gd name="connsiteX0" fmla="*/ 30217 w 80781"/>
                    <a:gd name="connsiteY0" fmla="*/ 50006 h 121443"/>
                    <a:gd name="connsiteX1" fmla="*/ 34979 w 80781"/>
                    <a:gd name="connsiteY1" fmla="*/ 121443 h 121443"/>
                    <a:gd name="connsiteX2" fmla="*/ 80222 w 80781"/>
                    <a:gd name="connsiteY2" fmla="*/ 52387 h 121443"/>
                    <a:gd name="connsiteX3" fmla="*/ 37360 w 80781"/>
                    <a:gd name="connsiteY3" fmla="*/ 0 h 121443"/>
                    <a:gd name="connsiteX4" fmla="*/ 30217 w 80781"/>
                    <a:gd name="connsiteY4" fmla="*/ 50006 h 121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781" h="121443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3" name="Rechthoek: afgeronde hoeken 322">
                  <a:extLst>
                    <a:ext uri="{FF2B5EF4-FFF2-40B4-BE49-F238E27FC236}">
                      <a16:creationId xmlns:a16="http://schemas.microsoft.com/office/drawing/2014/main" id="{E8F19DFE-318E-3744-9CD0-D90E1B094D0B}"/>
                    </a:ext>
                  </a:extLst>
                </p:cNvPr>
                <p:cNvSpPr/>
                <p:nvPr userDrawn="1"/>
              </p:nvSpPr>
              <p:spPr>
                <a:xfrm rot="2903873">
                  <a:off x="-887744" y="3085651"/>
                  <a:ext cx="99751" cy="122903"/>
                </a:xfrm>
                <a:prstGeom prst="roundRect">
                  <a:avLst>
                    <a:gd name="adj" fmla="val 2911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24" name="Vrije vorm: vorm 323">
                  <a:extLst>
                    <a:ext uri="{FF2B5EF4-FFF2-40B4-BE49-F238E27FC236}">
                      <a16:creationId xmlns:a16="http://schemas.microsoft.com/office/drawing/2014/main" id="{B4B4422F-77B5-D533-BE91-BF9360EBCB12}"/>
                    </a:ext>
                  </a:extLst>
                </p:cNvPr>
                <p:cNvSpPr/>
                <p:nvPr userDrawn="1"/>
              </p:nvSpPr>
              <p:spPr>
                <a:xfrm>
                  <a:off x="-894646" y="3037554"/>
                  <a:ext cx="64753" cy="85767"/>
                </a:xfrm>
                <a:custGeom>
                  <a:avLst/>
                  <a:gdLst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46443"/>
                    <a:gd name="connsiteY0" fmla="*/ 78387 h 78387"/>
                    <a:gd name="connsiteX1" fmla="*/ 20249 w 46443"/>
                    <a:gd name="connsiteY1" fmla="*/ 11 h 78387"/>
                    <a:gd name="connsiteX2" fmla="*/ 46443 w 46443"/>
                    <a:gd name="connsiteY2" fmla="*/ 73830 h 78387"/>
                    <a:gd name="connsiteX0" fmla="*/ 135 w 46578"/>
                    <a:gd name="connsiteY0" fmla="*/ 78387 h 78387"/>
                    <a:gd name="connsiteX1" fmla="*/ 20384 w 46578"/>
                    <a:gd name="connsiteY1" fmla="*/ 11 h 78387"/>
                    <a:gd name="connsiteX2" fmla="*/ 46578 w 46578"/>
                    <a:gd name="connsiteY2" fmla="*/ 73830 h 78387"/>
                    <a:gd name="connsiteX0" fmla="*/ 295 w 46738"/>
                    <a:gd name="connsiteY0" fmla="*/ 78387 h 78387"/>
                    <a:gd name="connsiteX1" fmla="*/ 20544 w 46738"/>
                    <a:gd name="connsiteY1" fmla="*/ 11 h 78387"/>
                    <a:gd name="connsiteX2" fmla="*/ 46738 w 46738"/>
                    <a:gd name="connsiteY2" fmla="*/ 73830 h 78387"/>
                    <a:gd name="connsiteX0" fmla="*/ 127 w 39137"/>
                    <a:gd name="connsiteY0" fmla="*/ 78452 h 78452"/>
                    <a:gd name="connsiteX1" fmla="*/ 20376 w 39137"/>
                    <a:gd name="connsiteY1" fmla="*/ 76 h 78452"/>
                    <a:gd name="connsiteX2" fmla="*/ 39137 w 39137"/>
                    <a:gd name="connsiteY2" fmla="*/ 67366 h 78452"/>
                    <a:gd name="connsiteX0" fmla="*/ 127 w 39933"/>
                    <a:gd name="connsiteY0" fmla="*/ 78470 h 78470"/>
                    <a:gd name="connsiteX1" fmla="*/ 20376 w 39933"/>
                    <a:gd name="connsiteY1" fmla="*/ 94 h 78470"/>
                    <a:gd name="connsiteX2" fmla="*/ 39137 w 39933"/>
                    <a:gd name="connsiteY2" fmla="*/ 67384 h 78470"/>
                    <a:gd name="connsiteX0" fmla="*/ 219 w 40422"/>
                    <a:gd name="connsiteY0" fmla="*/ 78381 h 78381"/>
                    <a:gd name="connsiteX1" fmla="*/ 20468 w 40422"/>
                    <a:gd name="connsiteY1" fmla="*/ 5 h 78381"/>
                    <a:gd name="connsiteX2" fmla="*/ 39229 w 40422"/>
                    <a:gd name="connsiteY2" fmla="*/ 67295 h 7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422" h="78381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21" name="Gelijkbenige driehoek 320">
                <a:extLst>
                  <a:ext uri="{FF2B5EF4-FFF2-40B4-BE49-F238E27FC236}">
                    <a16:creationId xmlns:a16="http://schemas.microsoft.com/office/drawing/2014/main" id="{96B1FB3D-0706-C21E-F1A8-8CBA33B27663}"/>
                  </a:ext>
                </a:extLst>
              </p:cNvPr>
              <p:cNvSpPr/>
              <p:nvPr userDrawn="1"/>
            </p:nvSpPr>
            <p:spPr>
              <a:xfrm rot="10800000">
                <a:off x="-2162266" y="3519194"/>
                <a:ext cx="94890" cy="50291"/>
              </a:xfrm>
              <a:prstGeom prst="triangl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" name="INSTRUCTIE">
            <a:extLst>
              <a:ext uri="{FF2B5EF4-FFF2-40B4-BE49-F238E27FC236}">
                <a16:creationId xmlns:a16="http://schemas.microsoft.com/office/drawing/2014/main" id="{38CA94D8-8CC1-4ADD-0DFC-2DED3F38E00F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4BD2D7C-7C0A-0784-5957-401697C575E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32DA9154-F6A0-750B-B3AD-BDE48DF203F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056C0B04-9C3C-CAAB-0B7B-835FA4C9AD52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10A5A8D3-E738-DC2A-0703-DBE83B7A978B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0FF64280-F3E1-5E44-7E00-408BDC9737B8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821B7668-5721-789A-3C70-7A94B2418F05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71E3B9B8-F07E-1208-8104-B2DAF1CE1DCA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B6F1C12B-B2C2-A79D-73D1-AF2274AFB5BF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0536C850-C877-9E96-1285-6981B4E53DAB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1A627EBC-439E-C61D-24A9-CB4E20235BC2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Tekstvak 127">
                <a:extLst>
                  <a:ext uri="{FF2B5EF4-FFF2-40B4-BE49-F238E27FC236}">
                    <a16:creationId xmlns:a16="http://schemas.microsoft.com/office/drawing/2014/main" id="{1064B87A-B48E-5282-DED1-7E0609101E55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129" name="Tekstvak 128">
                <a:extLst>
                  <a:ext uri="{FF2B5EF4-FFF2-40B4-BE49-F238E27FC236}">
                    <a16:creationId xmlns:a16="http://schemas.microsoft.com/office/drawing/2014/main" id="{8FACE742-6093-2D83-5595-899C28E08558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130" name="Vrije vorm: vorm 129">
                <a:extLst>
                  <a:ext uri="{FF2B5EF4-FFF2-40B4-BE49-F238E27FC236}">
                    <a16:creationId xmlns:a16="http://schemas.microsoft.com/office/drawing/2014/main" id="{786BBD0F-C5A9-54B3-9C08-9A57567D96D9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Gelijkbenige driehoek 130">
                <a:extLst>
                  <a:ext uri="{FF2B5EF4-FFF2-40B4-BE49-F238E27FC236}">
                    <a16:creationId xmlns:a16="http://schemas.microsoft.com/office/drawing/2014/main" id="{C839CA02-8AA5-D0F2-0B50-DB7029734CEC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89B50B7D-2C76-3C78-A0D2-08288C31E4CB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7" name="Rechthoek 136">
                  <a:extLst>
                    <a:ext uri="{FF2B5EF4-FFF2-40B4-BE49-F238E27FC236}">
                      <a16:creationId xmlns:a16="http://schemas.microsoft.com/office/drawing/2014/main" id="{25A88961-5357-6CCD-59AC-E9335D59553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8" name="Rechthoek 137">
                  <a:extLst>
                    <a:ext uri="{FF2B5EF4-FFF2-40B4-BE49-F238E27FC236}">
                      <a16:creationId xmlns:a16="http://schemas.microsoft.com/office/drawing/2014/main" id="{15A163C9-0737-2D47-F999-4B5E99FB46B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9" name="Rechthoek 138">
                  <a:extLst>
                    <a:ext uri="{FF2B5EF4-FFF2-40B4-BE49-F238E27FC236}">
                      <a16:creationId xmlns:a16="http://schemas.microsoft.com/office/drawing/2014/main" id="{21A993DC-EEB3-CE7E-FC43-00FA635210C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826C9799-07E4-93E3-722C-ED74E85E75FE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D4313C76-BF0D-1829-C725-8B4168B9D52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5" name="Rechthoek 134">
                  <a:extLst>
                    <a:ext uri="{FF2B5EF4-FFF2-40B4-BE49-F238E27FC236}">
                      <a16:creationId xmlns:a16="http://schemas.microsoft.com/office/drawing/2014/main" id="{62B51B94-16B4-B3B9-889F-BA77464A9546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6" name="Rechthoek 135">
                  <a:extLst>
                    <a:ext uri="{FF2B5EF4-FFF2-40B4-BE49-F238E27FC236}">
                      <a16:creationId xmlns:a16="http://schemas.microsoft.com/office/drawing/2014/main" id="{C9C19D96-DD06-59ED-A808-3E3B0D53C40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57BDFE44-B96F-1183-C755-63034BA6EE1B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B247E106-721F-8E33-D556-6E6AAD78978B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8" name="Vrije vorm: vorm 57">
                  <a:extLst>
                    <a:ext uri="{FF2B5EF4-FFF2-40B4-BE49-F238E27FC236}">
                      <a16:creationId xmlns:a16="http://schemas.microsoft.com/office/drawing/2014/main" id="{33DF2B93-E10C-4EA7-E09D-BBDC79E7671F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9" name="Groep 58">
                  <a:extLst>
                    <a:ext uri="{FF2B5EF4-FFF2-40B4-BE49-F238E27FC236}">
                      <a16:creationId xmlns:a16="http://schemas.microsoft.com/office/drawing/2014/main" id="{138B8614-1CDC-353F-71C1-9A8A9748DBD4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0" name="Vrije vorm: vorm 59">
                    <a:extLst>
                      <a:ext uri="{FF2B5EF4-FFF2-40B4-BE49-F238E27FC236}">
                        <a16:creationId xmlns:a16="http://schemas.microsoft.com/office/drawing/2014/main" id="{C134289D-D121-2D08-3BE7-C983EDB916A0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61" name="Vrije vorm: vorm 60">
                    <a:extLst>
                      <a:ext uri="{FF2B5EF4-FFF2-40B4-BE49-F238E27FC236}">
                        <a16:creationId xmlns:a16="http://schemas.microsoft.com/office/drawing/2014/main" id="{291BE423-EA45-5DC6-A0C0-4EF7DBA8DF14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7" name="Tekstvak 56">
                <a:extLst>
                  <a:ext uri="{FF2B5EF4-FFF2-40B4-BE49-F238E27FC236}">
                    <a16:creationId xmlns:a16="http://schemas.microsoft.com/office/drawing/2014/main" id="{EECF3548-9FCB-9E1B-69AD-3C5E4FA7046D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212FC9C9-6F5F-F3B0-D982-0D99F8BA94DC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3CA7E9F0-79C5-243F-1404-807631B2D14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4F8A8D8-45B7-3BC6-6E3F-DDFA602A488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9" name="Groep 28">
              <a:extLst>
                <a:ext uri="{FF2B5EF4-FFF2-40B4-BE49-F238E27FC236}">
                  <a16:creationId xmlns:a16="http://schemas.microsoft.com/office/drawing/2014/main" id="{29E04B82-AC09-306C-2FE2-6CF0A0EB25A3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9461BFA0-73D8-C9CB-09E1-CD95470CF41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BD2F7D2E-334C-7BE7-3020-B66DA99A7611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0" name="Groep 49">
                    <a:extLst>
                      <a:ext uri="{FF2B5EF4-FFF2-40B4-BE49-F238E27FC236}">
                        <a16:creationId xmlns:a16="http://schemas.microsoft.com/office/drawing/2014/main" id="{D8BAB690-E7B5-4E60-842E-6234B90A0A2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3" name="Rechthoek 52">
                      <a:extLst>
                        <a:ext uri="{FF2B5EF4-FFF2-40B4-BE49-F238E27FC236}">
                          <a16:creationId xmlns:a16="http://schemas.microsoft.com/office/drawing/2014/main" id="{561BA833-ED76-E429-873C-6862323381C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4" name="Rechthoek 53">
                      <a:extLst>
                        <a:ext uri="{FF2B5EF4-FFF2-40B4-BE49-F238E27FC236}">
                          <a16:creationId xmlns:a16="http://schemas.microsoft.com/office/drawing/2014/main" id="{50930901-0A29-5E5A-D1B6-4B34A14BC5B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5" name="Ovaal 54">
                      <a:extLst>
                        <a:ext uri="{FF2B5EF4-FFF2-40B4-BE49-F238E27FC236}">
                          <a16:creationId xmlns:a16="http://schemas.microsoft.com/office/drawing/2014/main" id="{2250282E-0BD6-EF61-3017-767FABC2E6F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1" name="Afbeelding 50">
                    <a:extLst>
                      <a:ext uri="{FF2B5EF4-FFF2-40B4-BE49-F238E27FC236}">
                        <a16:creationId xmlns:a16="http://schemas.microsoft.com/office/drawing/2014/main" id="{8BF76197-7056-E290-7848-D57A86C6AE9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2" name="Afbeelding 51">
                    <a:extLst>
                      <a:ext uri="{FF2B5EF4-FFF2-40B4-BE49-F238E27FC236}">
                        <a16:creationId xmlns:a16="http://schemas.microsoft.com/office/drawing/2014/main" id="{272E0066-E018-B2A6-64E7-A70B56F2570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" name="Groep 43">
                  <a:extLst>
                    <a:ext uri="{FF2B5EF4-FFF2-40B4-BE49-F238E27FC236}">
                      <a16:creationId xmlns:a16="http://schemas.microsoft.com/office/drawing/2014/main" id="{C46D6CDA-B2BD-DB36-7009-25876A3A5FF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AA14FDD0-8995-24A4-A59F-A3B98C0EA6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Rechthoek 48">
                    <a:extLst>
                      <a:ext uri="{FF2B5EF4-FFF2-40B4-BE49-F238E27FC236}">
                        <a16:creationId xmlns:a16="http://schemas.microsoft.com/office/drawing/2014/main" id="{948F8A6C-C744-59F8-3B38-9A2635347EB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32ED8BC8-C14D-E977-C433-FE13A1E9F73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6" name="Rechthoek 45">
                    <a:extLst>
                      <a:ext uri="{FF2B5EF4-FFF2-40B4-BE49-F238E27FC236}">
                        <a16:creationId xmlns:a16="http://schemas.microsoft.com/office/drawing/2014/main" id="{FD9D3C64-E58E-8249-64C5-2190549661F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6">
                    <a:extLst>
                      <a:ext uri="{FF2B5EF4-FFF2-40B4-BE49-F238E27FC236}">
                        <a16:creationId xmlns:a16="http://schemas.microsoft.com/office/drawing/2014/main" id="{476C082C-106B-5C52-226F-B9D6E2CBEA0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DD23571E-54F7-755A-E702-B1F38D2CE51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42" name="Gelijkbenige driehoek 41">
                <a:extLst>
                  <a:ext uri="{FF2B5EF4-FFF2-40B4-BE49-F238E27FC236}">
                    <a16:creationId xmlns:a16="http://schemas.microsoft.com/office/drawing/2014/main" id="{A4F2112D-54F2-F711-EE63-41128F46FE8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8C971444-8933-9B3E-6137-A76E9BD6DEE1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1" name="ICOON_info">
              <a:extLst>
                <a:ext uri="{FF2B5EF4-FFF2-40B4-BE49-F238E27FC236}">
                  <a16:creationId xmlns:a16="http://schemas.microsoft.com/office/drawing/2014/main" id="{7CEC26F3-4948-3366-F4EC-6BAD4652D6D0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0A58EF6D-F7A6-FF3B-3FD5-D971A6974AD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Graphic 163" descr="Informatie">
                <a:extLst>
                  <a:ext uri="{FF2B5EF4-FFF2-40B4-BE49-F238E27FC236}">
                    <a16:creationId xmlns:a16="http://schemas.microsoft.com/office/drawing/2014/main" id="{9D003996-725F-2378-3438-E1165D4C107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1C98715F-A1DA-98D4-A34F-7AC3A93F9C9A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33" name="Inspireren">
                <a:extLst>
                  <a:ext uri="{FF2B5EF4-FFF2-40B4-BE49-F238E27FC236}">
                    <a16:creationId xmlns:a16="http://schemas.microsoft.com/office/drawing/2014/main" id="{C9D6A862-F0B2-F2CB-2B90-5541EA2298B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5" name="Freeform 12">
                  <a:extLst>
                    <a:ext uri="{FF2B5EF4-FFF2-40B4-BE49-F238E27FC236}">
                      <a16:creationId xmlns:a16="http://schemas.microsoft.com/office/drawing/2014/main" id="{297A18F4-98F7-915E-895B-623A8E0604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6" name="Freeform 13">
                  <a:extLst>
                    <a:ext uri="{FF2B5EF4-FFF2-40B4-BE49-F238E27FC236}">
                      <a16:creationId xmlns:a16="http://schemas.microsoft.com/office/drawing/2014/main" id="{6CF1DD06-7996-5EFF-7441-BFE6CE9A88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7" name="Freeform 14">
                  <a:extLst>
                    <a:ext uri="{FF2B5EF4-FFF2-40B4-BE49-F238E27FC236}">
                      <a16:creationId xmlns:a16="http://schemas.microsoft.com/office/drawing/2014/main" id="{151D42A9-1B0A-7696-9A3C-6514428632C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79D49C9E-BFC0-46F6-7ECD-302548B13CA6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40" name="Picture Placeholder 2">
            <a:extLst>
              <a:ext uri="{FF2B5EF4-FFF2-40B4-BE49-F238E27FC236}">
                <a16:creationId xmlns:a16="http://schemas.microsoft.com/office/drawing/2014/main" id="{DA581910-934A-A0F5-9483-A388BD4DBA00}"/>
              </a:ext>
            </a:extLst>
          </p:cNvPr>
          <p:cNvSpPr>
            <a:spLocks noGrp="1"/>
          </p:cNvSpPr>
          <p:nvPr>
            <p:ph type="pic" idx="92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285378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C351F8F-25E7-A9AC-5BC7-D1327C9B79ED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869156" y="1089338"/>
            <a:ext cx="2152780" cy="2062423"/>
          </a:xfrm>
          <a:solidFill>
            <a:schemeClr val="bg1">
              <a:lumMod val="95000"/>
            </a:schemeClr>
          </a:solidFill>
        </p:spPr>
        <p:txBody>
          <a:bodyPr lIns="0" tIns="144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noProof="0"/>
              <a:t>Select this placeholder, </a:t>
            </a:r>
            <a:br>
              <a:rPr lang="nl-NL" noProof="0"/>
            </a:br>
            <a:r>
              <a:rPr lang="nl-NL" noProof="0"/>
              <a:t>go to the tab ‘Slidebuilder’, </a:t>
            </a:r>
            <a:br>
              <a:rPr lang="nl-NL" noProof="0"/>
            </a:br>
            <a:br>
              <a:rPr lang="nl-NL" noProof="0"/>
            </a:br>
            <a:br>
              <a:rPr lang="nl-NL" noProof="0"/>
            </a:br>
            <a:br>
              <a:rPr lang="nl-NL" noProof="0"/>
            </a:br>
            <a:r>
              <a:rPr lang="nl-NL" noProof="0"/>
              <a:t>click on ‘Images’, select </a:t>
            </a:r>
            <a:br>
              <a:rPr lang="nl-NL" noProof="0"/>
            </a:br>
            <a:r>
              <a:rPr lang="nl-NL" noProof="0"/>
              <a:t>the preferred image </a:t>
            </a:r>
            <a:br>
              <a:rPr lang="nl-NL" noProof="0"/>
            </a:br>
            <a:r>
              <a:rPr lang="nl-NL" noProof="0"/>
              <a:t>and click on ‘Insert’.</a:t>
            </a:r>
            <a:endParaRPr lang="nl-NL" noProof="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865C472-C3C1-43ED-4625-3292122ED90B}"/>
              </a:ext>
            </a:extLst>
          </p:cNvPr>
          <p:cNvSpPr>
            <a:spLocks noGrp="1" noChangeAspect="1"/>
          </p:cNvSpPr>
          <p:nvPr>
            <p:ph type="pic" idx="17" hasCustomPrompt="1"/>
          </p:nvPr>
        </p:nvSpPr>
        <p:spPr>
          <a:xfrm>
            <a:off x="6314946" y="1089338"/>
            <a:ext cx="2152780" cy="2062423"/>
          </a:xfrm>
          <a:solidFill>
            <a:schemeClr val="bg1">
              <a:lumMod val="95000"/>
            </a:schemeClr>
          </a:solidFill>
        </p:spPr>
        <p:txBody>
          <a:bodyPr lIns="0" tIns="144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Select this placeholder, </a:t>
            </a:r>
            <a:br>
              <a:rPr lang="nl-NL"/>
            </a:br>
            <a:r>
              <a:rPr lang="nl-NL"/>
              <a:t>go to the tab ‘Slidebuilder’, </a:t>
            </a:r>
            <a:br>
              <a:rPr lang="nl-NL"/>
            </a:br>
            <a:br>
              <a:rPr lang="nl-NL"/>
            </a:br>
            <a:br>
              <a:rPr lang="nl-NL"/>
            </a:br>
            <a:br>
              <a:rPr lang="nl-NL"/>
            </a:br>
            <a:r>
              <a:rPr lang="nl-NL"/>
              <a:t>click on ‘Images’, select </a:t>
            </a:r>
            <a:br>
              <a:rPr lang="nl-NL"/>
            </a:br>
            <a:r>
              <a:rPr lang="nl-NL"/>
              <a:t>the preferred image </a:t>
            </a:r>
            <a:br>
              <a:rPr lang="nl-NL"/>
            </a:br>
            <a:r>
              <a:rPr lang="nl-NL"/>
              <a:t>and click on ‘Insert’. </a:t>
            </a:r>
            <a:endParaRPr lang="nl-NL" dirty="0"/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6F7A94E3-CD08-5F6B-06E0-1123D04250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04" y="3517900"/>
            <a:ext cx="5002341" cy="1468879"/>
          </a:xfrm>
        </p:spPr>
        <p:txBody>
          <a:bodyPr/>
          <a:lstStyle>
            <a:lvl6pPr>
              <a:defRPr sz="2200">
                <a:solidFill>
                  <a:schemeClr val="tx2"/>
                </a:solidFill>
              </a:defRPr>
            </a:lvl6pPr>
            <a:lvl7pPr>
              <a:defRPr sz="16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31D8F943-F485-4DDB-678C-4A3F350776B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946" y="3517900"/>
            <a:ext cx="5002341" cy="1468879"/>
          </a:xfrm>
        </p:spPr>
        <p:txBody>
          <a:bodyPr/>
          <a:lstStyle>
            <a:lvl6pPr>
              <a:defRPr sz="2200">
                <a:solidFill>
                  <a:schemeClr val="tx2"/>
                </a:solidFill>
              </a:defRPr>
            </a:lvl6pPr>
            <a:lvl7pPr>
              <a:defRPr sz="16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104348E0-8645-34AC-0029-E52A0A697B44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5" name="Titel 2">
            <a:extLst>
              <a:ext uri="{FF2B5EF4-FFF2-40B4-BE49-F238E27FC236}">
                <a16:creationId xmlns:a16="http://schemas.microsoft.com/office/drawing/2014/main" id="{CB201B94-8C2A-F612-DE26-039957DA5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26" name="Tijdelijke aanduiding voor tekst 4">
            <a:extLst>
              <a:ext uri="{FF2B5EF4-FFF2-40B4-BE49-F238E27FC236}">
                <a16:creationId xmlns:a16="http://schemas.microsoft.com/office/drawing/2014/main" id="{9662EB0B-F648-1BDC-CA4D-D52787FB63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sp>
        <p:nvSpPr>
          <p:cNvPr id="127" name="- INFO">
            <a:extLst>
              <a:ext uri="{FF2B5EF4-FFF2-40B4-BE49-F238E27FC236}">
                <a16:creationId xmlns:a16="http://schemas.microsoft.com/office/drawing/2014/main" id="{5CE2568B-AD09-9D75-E9D1-2BF369BA5CF9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Introduction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4" name="INSTRUCTION">
            <a:extLst>
              <a:ext uri="{FF2B5EF4-FFF2-40B4-BE49-F238E27FC236}">
                <a16:creationId xmlns:a16="http://schemas.microsoft.com/office/drawing/2014/main" id="{2BF72E30-6443-BA3C-ECA5-B735BF534746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15612C3B-9A51-D380-B7EB-6DDDF4395C6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30" name="Ovaal 129">
              <a:extLst>
                <a:ext uri="{FF2B5EF4-FFF2-40B4-BE49-F238E27FC236}">
                  <a16:creationId xmlns:a16="http://schemas.microsoft.com/office/drawing/2014/main" id="{B8A37959-8DF0-8B8D-28A6-B807E0541AF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1" name="Rechthoek 130">
              <a:extLst>
                <a:ext uri="{FF2B5EF4-FFF2-40B4-BE49-F238E27FC236}">
                  <a16:creationId xmlns:a16="http://schemas.microsoft.com/office/drawing/2014/main" id="{6C6E3607-4A84-E1E4-8E9C-10CFEA9F85E7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2" name="Ovaal 131">
              <a:extLst>
                <a:ext uri="{FF2B5EF4-FFF2-40B4-BE49-F238E27FC236}">
                  <a16:creationId xmlns:a16="http://schemas.microsoft.com/office/drawing/2014/main" id="{6A54A2C0-8626-3344-D97B-FA37D3BF8E2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3" name="Rechthoek 132">
              <a:extLst>
                <a:ext uri="{FF2B5EF4-FFF2-40B4-BE49-F238E27FC236}">
                  <a16:creationId xmlns:a16="http://schemas.microsoft.com/office/drawing/2014/main" id="{0E889D9E-1381-BDD7-B05C-DC7414446733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BE6D0EA6-71FE-9BC7-61AF-E7A3C0E6BAE0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5753B69A-46CC-8DA6-4F44-24FDC7957962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3D31FC06-D42C-F1A5-54BA-1C19288F17E0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AE6AF37F-A99E-B793-99C2-B860B969973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8" name="Rechthoek 137">
              <a:extLst>
                <a:ext uri="{FF2B5EF4-FFF2-40B4-BE49-F238E27FC236}">
                  <a16:creationId xmlns:a16="http://schemas.microsoft.com/office/drawing/2014/main" id="{DF0BBA13-8E89-C248-8A1E-3D9FA51153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139" name="Ovaal 138">
              <a:extLst>
                <a:ext uri="{FF2B5EF4-FFF2-40B4-BE49-F238E27FC236}">
                  <a16:creationId xmlns:a16="http://schemas.microsoft.com/office/drawing/2014/main" id="{B90E2BA8-6C7C-9F86-71C2-129FFCC4995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964504DF-216F-F7AF-53F4-10AB2AEC80F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8374A380-8526-9CFF-017D-60D82571BC1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F064AC2A-94C2-1BC3-6E13-E6CDF332BFE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43" name="Ovaal 142">
              <a:extLst>
                <a:ext uri="{FF2B5EF4-FFF2-40B4-BE49-F238E27FC236}">
                  <a16:creationId xmlns:a16="http://schemas.microsoft.com/office/drawing/2014/main" id="{E75EC09D-A67D-9A8F-B6B7-1E8FEA2E755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44" name="Rechthoek 143">
              <a:extLst>
                <a:ext uri="{FF2B5EF4-FFF2-40B4-BE49-F238E27FC236}">
                  <a16:creationId xmlns:a16="http://schemas.microsoft.com/office/drawing/2014/main" id="{25A0FD75-0A22-0629-7EB8-8C149142AB66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45" name="Ovaal 144">
              <a:extLst>
                <a:ext uri="{FF2B5EF4-FFF2-40B4-BE49-F238E27FC236}">
                  <a16:creationId xmlns:a16="http://schemas.microsoft.com/office/drawing/2014/main" id="{D22CD1AB-E794-B286-AAC3-6054223DC6BB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46" name="Rechthoek 145">
              <a:extLst>
                <a:ext uri="{FF2B5EF4-FFF2-40B4-BE49-F238E27FC236}">
                  <a16:creationId xmlns:a16="http://schemas.microsoft.com/office/drawing/2014/main" id="{91C4D27C-29CE-AD5E-CADA-A745E1310B2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47" name="Ovaal 146">
              <a:extLst>
                <a:ext uri="{FF2B5EF4-FFF2-40B4-BE49-F238E27FC236}">
                  <a16:creationId xmlns:a16="http://schemas.microsoft.com/office/drawing/2014/main" id="{F1FC6E0E-ABC5-70DE-BF60-34CE6436596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48" name="Rechthoek 147">
              <a:extLst>
                <a:ext uri="{FF2B5EF4-FFF2-40B4-BE49-F238E27FC236}">
                  <a16:creationId xmlns:a16="http://schemas.microsoft.com/office/drawing/2014/main" id="{C077FB28-3491-84E6-81FB-AC911E7681DC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149" name="Rechthoek 148">
              <a:extLst>
                <a:ext uri="{FF2B5EF4-FFF2-40B4-BE49-F238E27FC236}">
                  <a16:creationId xmlns:a16="http://schemas.microsoft.com/office/drawing/2014/main" id="{E2C01702-9536-3CEB-B7E9-97C62421CC6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50" name="ICOON_info">
              <a:extLst>
                <a:ext uri="{FF2B5EF4-FFF2-40B4-BE49-F238E27FC236}">
                  <a16:creationId xmlns:a16="http://schemas.microsoft.com/office/drawing/2014/main" id="{601500F3-998E-0C17-225B-D2DD3E0D8E7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98" name="Ovaal 197">
                <a:extLst>
                  <a:ext uri="{FF2B5EF4-FFF2-40B4-BE49-F238E27FC236}">
                    <a16:creationId xmlns:a16="http://schemas.microsoft.com/office/drawing/2014/main" id="{8D108901-617E-0AE2-C130-BED2A5512A1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9" name="Graphic 163" descr="Informatie">
                <a:extLst>
                  <a:ext uri="{FF2B5EF4-FFF2-40B4-BE49-F238E27FC236}">
                    <a16:creationId xmlns:a16="http://schemas.microsoft.com/office/drawing/2014/main" id="{0CB0E2FD-D9AD-2D67-9854-87195EC4B2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51" name="VOORBEELD">
              <a:extLst>
                <a:ext uri="{FF2B5EF4-FFF2-40B4-BE49-F238E27FC236}">
                  <a16:creationId xmlns:a16="http://schemas.microsoft.com/office/drawing/2014/main" id="{DDA18FF8-63C8-EE30-4520-C30F98F78EEA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58" name="Rechthoek 157">
                <a:extLst>
                  <a:ext uri="{FF2B5EF4-FFF2-40B4-BE49-F238E27FC236}">
                    <a16:creationId xmlns:a16="http://schemas.microsoft.com/office/drawing/2014/main" id="{9C5D409F-A019-1487-D4F0-C29149F2407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59" name="Rechthoek 158">
                <a:extLst>
                  <a:ext uri="{FF2B5EF4-FFF2-40B4-BE49-F238E27FC236}">
                    <a16:creationId xmlns:a16="http://schemas.microsoft.com/office/drawing/2014/main" id="{5254F4F8-F521-6D84-E4D4-969B8208302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60" name="Groep 159">
                <a:extLst>
                  <a:ext uri="{FF2B5EF4-FFF2-40B4-BE49-F238E27FC236}">
                    <a16:creationId xmlns:a16="http://schemas.microsoft.com/office/drawing/2014/main" id="{6325FDC0-AB36-5919-8B99-150025B0B59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91" name="Groep 190">
                  <a:extLst>
                    <a:ext uri="{FF2B5EF4-FFF2-40B4-BE49-F238E27FC236}">
                      <a16:creationId xmlns:a16="http://schemas.microsoft.com/office/drawing/2014/main" id="{0C603A3D-1EC8-1E96-FC89-810D3009863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85021F90-6A88-F5B8-46B4-6AE11783E4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4" name="Rechte verbindingslijn 193">
                    <a:extLst>
                      <a:ext uri="{FF2B5EF4-FFF2-40B4-BE49-F238E27FC236}">
                        <a16:creationId xmlns:a16="http://schemas.microsoft.com/office/drawing/2014/main" id="{5F391873-88FB-0BAB-F611-7C50AD0FEB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5" name="Rechte verbindingslijn 194">
                    <a:extLst>
                      <a:ext uri="{FF2B5EF4-FFF2-40B4-BE49-F238E27FC236}">
                        <a16:creationId xmlns:a16="http://schemas.microsoft.com/office/drawing/2014/main" id="{E0CC274B-B84C-A887-F128-D06DAF290A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6" name="Rechte verbindingslijn 195">
                    <a:extLst>
                      <a:ext uri="{FF2B5EF4-FFF2-40B4-BE49-F238E27FC236}">
                        <a16:creationId xmlns:a16="http://schemas.microsoft.com/office/drawing/2014/main" id="{7B8970E0-0751-78FA-AB9A-108F25B9F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724BA72E-6BF2-E50D-8E1E-680C9F8D1AA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2" name="Pijl: rechts 191">
                  <a:extLst>
                    <a:ext uri="{FF2B5EF4-FFF2-40B4-BE49-F238E27FC236}">
                      <a16:creationId xmlns:a16="http://schemas.microsoft.com/office/drawing/2014/main" id="{A0901B0E-72DA-E8FD-7524-9A6928BCF74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1" name="Groep 160">
                <a:extLst>
                  <a:ext uri="{FF2B5EF4-FFF2-40B4-BE49-F238E27FC236}">
                    <a16:creationId xmlns:a16="http://schemas.microsoft.com/office/drawing/2014/main" id="{AE5CF1C3-86DA-D4F2-3F2A-547B209DFA1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84" name="Groep 183">
                  <a:extLst>
                    <a:ext uri="{FF2B5EF4-FFF2-40B4-BE49-F238E27FC236}">
                      <a16:creationId xmlns:a16="http://schemas.microsoft.com/office/drawing/2014/main" id="{F444EA8D-27EB-49C3-3952-BE65B8E007A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6" name="Rechte verbindingslijn 185">
                    <a:extLst>
                      <a:ext uri="{FF2B5EF4-FFF2-40B4-BE49-F238E27FC236}">
                        <a16:creationId xmlns:a16="http://schemas.microsoft.com/office/drawing/2014/main" id="{C196E0D5-A733-1099-E6FE-D381893457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1B670462-D376-E17A-FE0E-2CCAD71939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F3016F96-5550-5458-CD96-0B567F2919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DCC5BA39-A1D1-6684-4F89-BA5158EC44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BBBF533C-8D5D-CF1E-DF3E-FF21FD82C9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5" name="Pijl: rechts 184">
                  <a:extLst>
                    <a:ext uri="{FF2B5EF4-FFF2-40B4-BE49-F238E27FC236}">
                      <a16:creationId xmlns:a16="http://schemas.microsoft.com/office/drawing/2014/main" id="{D50F5B0B-6D3A-8123-1552-46190997B4A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70948618-967F-2863-6B38-AB71CE62FB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63" name="Rechte verbindingslijn 162">
                <a:extLst>
                  <a:ext uri="{FF2B5EF4-FFF2-40B4-BE49-F238E27FC236}">
                    <a16:creationId xmlns:a16="http://schemas.microsoft.com/office/drawing/2014/main" id="{365968F2-D05C-0B4E-E82A-8B80C658676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0FDF9B62-AAAA-8F02-AC3A-49D69004431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97822E0E-DD66-A18B-7D9A-4DD812080AE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66" name="Groep 165">
                <a:extLst>
                  <a:ext uri="{FF2B5EF4-FFF2-40B4-BE49-F238E27FC236}">
                    <a16:creationId xmlns:a16="http://schemas.microsoft.com/office/drawing/2014/main" id="{F52FD410-760B-B0C2-743A-96C5292F936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85229AF-0653-3032-B514-B9DE4DA29FD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7" name="Groep 176">
                  <a:extLst>
                    <a:ext uri="{FF2B5EF4-FFF2-40B4-BE49-F238E27FC236}">
                      <a16:creationId xmlns:a16="http://schemas.microsoft.com/office/drawing/2014/main" id="{4351FBF8-4C6F-E5F9-3BB1-835D28C8F4C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9" name="Rechte verbindingslijn 178">
                    <a:extLst>
                      <a:ext uri="{FF2B5EF4-FFF2-40B4-BE49-F238E27FC236}">
                        <a16:creationId xmlns:a16="http://schemas.microsoft.com/office/drawing/2014/main" id="{DC313570-65EC-F14A-A552-0432257336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19700907-BFA9-E9AC-2330-167AE1FA8D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5296632F-2522-ECC3-7A6A-9544A92086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635B11CA-3655-71AB-C335-297B904F1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A133DA60-1907-1622-C097-6E790149D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8" name="Pijl: rechts 177">
                  <a:extLst>
                    <a:ext uri="{FF2B5EF4-FFF2-40B4-BE49-F238E27FC236}">
                      <a16:creationId xmlns:a16="http://schemas.microsoft.com/office/drawing/2014/main" id="{BD597E12-FF20-61C1-EDFD-73F3E2866DF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7" name="Groep 166">
                <a:extLst>
                  <a:ext uri="{FF2B5EF4-FFF2-40B4-BE49-F238E27FC236}">
                    <a16:creationId xmlns:a16="http://schemas.microsoft.com/office/drawing/2014/main" id="{9F0E6038-CFEF-D6DE-16B3-CD80FFAD14F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68" name="Rechthoek 167">
                  <a:extLst>
                    <a:ext uri="{FF2B5EF4-FFF2-40B4-BE49-F238E27FC236}">
                      <a16:creationId xmlns:a16="http://schemas.microsoft.com/office/drawing/2014/main" id="{AA891345-96BB-416A-7A45-B401652BADC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FF3005F7-E868-A4B3-9815-6AB9130633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F96F565F-DAEF-71C5-B619-31F159F7CD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2" name="Rechte verbindingslijn 171">
                    <a:extLst>
                      <a:ext uri="{FF2B5EF4-FFF2-40B4-BE49-F238E27FC236}">
                        <a16:creationId xmlns:a16="http://schemas.microsoft.com/office/drawing/2014/main" id="{5C969E29-2D6A-4951-9CC3-5BA6C14C16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DC4C8964-C5F2-0287-CFA9-E03EF018ABE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7FDB7E74-9559-E4A3-F97B-914BAB019E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F7E8C5D1-6472-65D8-2DDC-31FCFA1023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0" name="Pijl: rechts 169">
                  <a:extLst>
                    <a:ext uri="{FF2B5EF4-FFF2-40B4-BE49-F238E27FC236}">
                      <a16:creationId xmlns:a16="http://schemas.microsoft.com/office/drawing/2014/main" id="{689F5E92-7326-3DF9-C424-FA9C49CBB13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52" name="Groep 151">
              <a:extLst>
                <a:ext uri="{FF2B5EF4-FFF2-40B4-BE49-F238E27FC236}">
                  <a16:creationId xmlns:a16="http://schemas.microsoft.com/office/drawing/2014/main" id="{24F6E0E8-CA45-D310-9882-9830B5255E91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53" name="Inspireren">
                <a:extLst>
                  <a:ext uri="{FF2B5EF4-FFF2-40B4-BE49-F238E27FC236}">
                    <a16:creationId xmlns:a16="http://schemas.microsoft.com/office/drawing/2014/main" id="{E3A8DDF5-8DFA-1561-2409-C534AE41B0E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55" name="Freeform 12">
                  <a:extLst>
                    <a:ext uri="{FF2B5EF4-FFF2-40B4-BE49-F238E27FC236}">
                      <a16:creationId xmlns:a16="http://schemas.microsoft.com/office/drawing/2014/main" id="{B13D6C23-DB3A-D8F2-0A1B-08F91A0D2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56" name="Freeform 13">
                  <a:extLst>
                    <a:ext uri="{FF2B5EF4-FFF2-40B4-BE49-F238E27FC236}">
                      <a16:creationId xmlns:a16="http://schemas.microsoft.com/office/drawing/2014/main" id="{06A6B2AF-0348-A13F-280D-5F4744E173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57" name="Freeform 14">
                  <a:extLst>
                    <a:ext uri="{FF2B5EF4-FFF2-40B4-BE49-F238E27FC236}">
                      <a16:creationId xmlns:a16="http://schemas.microsoft.com/office/drawing/2014/main" id="{A4862BDD-63D5-3A7D-01CB-8AAD1BE4853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154" name="Tekstvak 153">
                <a:extLst>
                  <a:ext uri="{FF2B5EF4-FFF2-40B4-BE49-F238E27FC236}">
                    <a16:creationId xmlns:a16="http://schemas.microsoft.com/office/drawing/2014/main" id="{9DCD2D66-E074-807A-37C6-21D3219AB89B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grpSp>
        <p:nvGrpSpPr>
          <p:cNvPr id="200" name="INSTRUCTIE">
            <a:extLst>
              <a:ext uri="{FF2B5EF4-FFF2-40B4-BE49-F238E27FC236}">
                <a16:creationId xmlns:a16="http://schemas.microsoft.com/office/drawing/2014/main" id="{E90137ED-8E6B-094F-9511-85628FD00B66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201" name="Rechthoek 200">
              <a:extLst>
                <a:ext uri="{FF2B5EF4-FFF2-40B4-BE49-F238E27FC236}">
                  <a16:creationId xmlns:a16="http://schemas.microsoft.com/office/drawing/2014/main" id="{54385174-18EB-4806-F0F2-EDE6465D29FF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202" name="Rechthoek 201">
              <a:extLst>
                <a:ext uri="{FF2B5EF4-FFF2-40B4-BE49-F238E27FC236}">
                  <a16:creationId xmlns:a16="http://schemas.microsoft.com/office/drawing/2014/main" id="{09D09FFF-35AC-45B4-3B79-7C8533FD662C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203" name="Ovaal 202">
              <a:extLst>
                <a:ext uri="{FF2B5EF4-FFF2-40B4-BE49-F238E27FC236}">
                  <a16:creationId xmlns:a16="http://schemas.microsoft.com/office/drawing/2014/main" id="{7C224924-92EF-EF3A-CE97-FAEEAEE1CCA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4" name="Rechthoek 203">
              <a:extLst>
                <a:ext uri="{FF2B5EF4-FFF2-40B4-BE49-F238E27FC236}">
                  <a16:creationId xmlns:a16="http://schemas.microsoft.com/office/drawing/2014/main" id="{3C4CF1A1-9147-5B4A-7F10-215B696F57F6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" name="Ovaal 204">
              <a:extLst>
                <a:ext uri="{FF2B5EF4-FFF2-40B4-BE49-F238E27FC236}">
                  <a16:creationId xmlns:a16="http://schemas.microsoft.com/office/drawing/2014/main" id="{9D59CB9B-827A-2814-190E-0BDEE3A800D7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6" name="Rechthoek 205">
              <a:extLst>
                <a:ext uri="{FF2B5EF4-FFF2-40B4-BE49-F238E27FC236}">
                  <a16:creationId xmlns:a16="http://schemas.microsoft.com/office/drawing/2014/main" id="{7C75C0C5-000B-5D1B-5021-C64C34A82914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86C17544-282B-F8F1-79C4-1021547E375E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13AE4E1B-57DF-00B1-2815-A18DA7DA228D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9" name="Rechthoek 208">
              <a:extLst>
                <a:ext uri="{FF2B5EF4-FFF2-40B4-BE49-F238E27FC236}">
                  <a16:creationId xmlns:a16="http://schemas.microsoft.com/office/drawing/2014/main" id="{7F66FD08-2DB8-09A8-888E-6605BEF42D69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10" name="Groep 209">
              <a:extLst>
                <a:ext uri="{FF2B5EF4-FFF2-40B4-BE49-F238E27FC236}">
                  <a16:creationId xmlns:a16="http://schemas.microsoft.com/office/drawing/2014/main" id="{1B1568F5-D94E-745F-F695-9823BAA55E74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D43DD2E5-86E8-412B-52CF-AA1ACBD65686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230" name="Groep 229">
                  <a:extLst>
                    <a:ext uri="{FF2B5EF4-FFF2-40B4-BE49-F238E27FC236}">
                      <a16:creationId xmlns:a16="http://schemas.microsoft.com/office/drawing/2014/main" id="{987D0119-D7B6-2CCE-4A96-8F4061DF74D1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237" name="Groep 236">
                    <a:extLst>
                      <a:ext uri="{FF2B5EF4-FFF2-40B4-BE49-F238E27FC236}">
                        <a16:creationId xmlns:a16="http://schemas.microsoft.com/office/drawing/2014/main" id="{FA3FD28F-5E5F-1C28-BFD3-3CFC6B811A9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240" name="Rechthoek 239">
                      <a:extLst>
                        <a:ext uri="{FF2B5EF4-FFF2-40B4-BE49-F238E27FC236}">
                          <a16:creationId xmlns:a16="http://schemas.microsoft.com/office/drawing/2014/main" id="{E0AF14FB-6D27-D990-950E-3606C6130E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41" name="Rechthoek 240">
                      <a:extLst>
                        <a:ext uri="{FF2B5EF4-FFF2-40B4-BE49-F238E27FC236}">
                          <a16:creationId xmlns:a16="http://schemas.microsoft.com/office/drawing/2014/main" id="{C4477CB8-6767-FFA3-65F4-51C0ACC6AA1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42" name="Ovaal 241">
                      <a:extLst>
                        <a:ext uri="{FF2B5EF4-FFF2-40B4-BE49-F238E27FC236}">
                          <a16:creationId xmlns:a16="http://schemas.microsoft.com/office/drawing/2014/main" id="{45FEE9C9-157C-68A8-119F-349BC5EAADE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38" name="Afbeelding 237">
                    <a:extLst>
                      <a:ext uri="{FF2B5EF4-FFF2-40B4-BE49-F238E27FC236}">
                        <a16:creationId xmlns:a16="http://schemas.microsoft.com/office/drawing/2014/main" id="{9D05994C-185D-1CD1-9156-CBE5E290AE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39" name="Afbeelding 238">
                    <a:extLst>
                      <a:ext uri="{FF2B5EF4-FFF2-40B4-BE49-F238E27FC236}">
                        <a16:creationId xmlns:a16="http://schemas.microsoft.com/office/drawing/2014/main" id="{D0BD9EBD-CA71-6043-876A-F60C200D2C5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1" name="Groep 230">
                  <a:extLst>
                    <a:ext uri="{FF2B5EF4-FFF2-40B4-BE49-F238E27FC236}">
                      <a16:creationId xmlns:a16="http://schemas.microsoft.com/office/drawing/2014/main" id="{AF2AA69B-95D9-57AB-6C28-3B575A8A9BE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35" name="Rechthoek 234">
                    <a:extLst>
                      <a:ext uri="{FF2B5EF4-FFF2-40B4-BE49-F238E27FC236}">
                        <a16:creationId xmlns:a16="http://schemas.microsoft.com/office/drawing/2014/main" id="{03F54972-5FC5-65BF-B992-9EEA5030463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36" name="Rechthoek 235">
                    <a:extLst>
                      <a:ext uri="{FF2B5EF4-FFF2-40B4-BE49-F238E27FC236}">
                        <a16:creationId xmlns:a16="http://schemas.microsoft.com/office/drawing/2014/main" id="{00674D21-7133-8CFB-1D78-1BF4AB78B78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32" name="Groep 231">
                  <a:extLst>
                    <a:ext uri="{FF2B5EF4-FFF2-40B4-BE49-F238E27FC236}">
                      <a16:creationId xmlns:a16="http://schemas.microsoft.com/office/drawing/2014/main" id="{15D0DEA3-0616-FE43-AD61-F13623CDB5E0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33" name="Rechthoek 232">
                    <a:extLst>
                      <a:ext uri="{FF2B5EF4-FFF2-40B4-BE49-F238E27FC236}">
                        <a16:creationId xmlns:a16="http://schemas.microsoft.com/office/drawing/2014/main" id="{39DFFE9E-ADB8-D501-1997-DA12D97E4A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34" name="Rechthoek 233">
                    <a:extLst>
                      <a:ext uri="{FF2B5EF4-FFF2-40B4-BE49-F238E27FC236}">
                        <a16:creationId xmlns:a16="http://schemas.microsoft.com/office/drawing/2014/main" id="{7D87D148-50CE-5E2F-529E-EA7BD78A04B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D30ABB3-E12D-3A19-8166-35ABDEB7272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29" name="Gelijkbenige driehoek 228">
                <a:extLst>
                  <a:ext uri="{FF2B5EF4-FFF2-40B4-BE49-F238E27FC236}">
                    <a16:creationId xmlns:a16="http://schemas.microsoft.com/office/drawing/2014/main" id="{E085073E-0F35-EECA-2121-17D90BFBF6A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1" name="ICOON_info">
              <a:extLst>
                <a:ext uri="{FF2B5EF4-FFF2-40B4-BE49-F238E27FC236}">
                  <a16:creationId xmlns:a16="http://schemas.microsoft.com/office/drawing/2014/main" id="{D81EF186-16F4-A7B4-35E0-9437E044946B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225" name="Ovaal 224">
                <a:extLst>
                  <a:ext uri="{FF2B5EF4-FFF2-40B4-BE49-F238E27FC236}">
                    <a16:creationId xmlns:a16="http://schemas.microsoft.com/office/drawing/2014/main" id="{0948D148-1886-5022-B703-2C73E291DFE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6" name="Graphic 163" descr="Informatie">
                <a:extLst>
                  <a:ext uri="{FF2B5EF4-FFF2-40B4-BE49-F238E27FC236}">
                    <a16:creationId xmlns:a16="http://schemas.microsoft.com/office/drawing/2014/main" id="{F05741D3-C884-8CD1-DCA5-BD2C6F5C64A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2" name="Groep 211">
              <a:extLst>
                <a:ext uri="{FF2B5EF4-FFF2-40B4-BE49-F238E27FC236}">
                  <a16:creationId xmlns:a16="http://schemas.microsoft.com/office/drawing/2014/main" id="{1CAD5200-18A4-4949-AB49-1E6946BB5A31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220" name="Inspireren">
                <a:extLst>
                  <a:ext uri="{FF2B5EF4-FFF2-40B4-BE49-F238E27FC236}">
                    <a16:creationId xmlns:a16="http://schemas.microsoft.com/office/drawing/2014/main" id="{CD526316-F2D2-7F6A-B68F-22F8DA3FF18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22" name="Freeform 12">
                  <a:extLst>
                    <a:ext uri="{FF2B5EF4-FFF2-40B4-BE49-F238E27FC236}">
                      <a16:creationId xmlns:a16="http://schemas.microsoft.com/office/drawing/2014/main" id="{39CF3746-F179-1D20-660D-4706CEC10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23" name="Freeform 13">
                  <a:extLst>
                    <a:ext uri="{FF2B5EF4-FFF2-40B4-BE49-F238E27FC236}">
                      <a16:creationId xmlns:a16="http://schemas.microsoft.com/office/drawing/2014/main" id="{F7E95E5A-AA39-D7F4-01FC-116AEC2A08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24" name="Freeform 14">
                  <a:extLst>
                    <a:ext uri="{FF2B5EF4-FFF2-40B4-BE49-F238E27FC236}">
                      <a16:creationId xmlns:a16="http://schemas.microsoft.com/office/drawing/2014/main" id="{076B388D-5EC7-4BB6-54B1-D733F48F5A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21" name="Tekstvak 220">
                <a:extLst>
                  <a:ext uri="{FF2B5EF4-FFF2-40B4-BE49-F238E27FC236}">
                    <a16:creationId xmlns:a16="http://schemas.microsoft.com/office/drawing/2014/main" id="{09A96017-4677-4416-99EF-F301D64C0BD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213" name="Groep 212">
              <a:extLst>
                <a:ext uri="{FF2B5EF4-FFF2-40B4-BE49-F238E27FC236}">
                  <a16:creationId xmlns:a16="http://schemas.microsoft.com/office/drawing/2014/main" id="{87E1730F-D4CF-ED22-18C0-DACC47D8D3D6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EF61296D-C4BA-B3B5-EBB5-B3719953B1BC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216" name="Vrije vorm: vorm 215">
                  <a:extLst>
                    <a:ext uri="{FF2B5EF4-FFF2-40B4-BE49-F238E27FC236}">
                      <a16:creationId xmlns:a16="http://schemas.microsoft.com/office/drawing/2014/main" id="{16F445D3-3C7F-C647-A994-CDC94347ED94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217" name="Groep 216">
                  <a:extLst>
                    <a:ext uri="{FF2B5EF4-FFF2-40B4-BE49-F238E27FC236}">
                      <a16:creationId xmlns:a16="http://schemas.microsoft.com/office/drawing/2014/main" id="{E4138A89-EA10-5D16-EA08-70396BDCB45B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18" name="Vrije vorm: vorm 217">
                    <a:extLst>
                      <a:ext uri="{FF2B5EF4-FFF2-40B4-BE49-F238E27FC236}">
                        <a16:creationId xmlns:a16="http://schemas.microsoft.com/office/drawing/2014/main" id="{87818380-002E-A7BA-342D-BBE619962220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219" name="Vrije vorm: vorm 218">
                    <a:extLst>
                      <a:ext uri="{FF2B5EF4-FFF2-40B4-BE49-F238E27FC236}">
                        <a16:creationId xmlns:a16="http://schemas.microsoft.com/office/drawing/2014/main" id="{ADC1C0F7-7AE0-4331-A07D-977283A549E8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15" name="Tekstvak 214">
                <a:extLst>
                  <a:ext uri="{FF2B5EF4-FFF2-40B4-BE49-F238E27FC236}">
                    <a16:creationId xmlns:a16="http://schemas.microsoft.com/office/drawing/2014/main" id="{1FEAB34A-E01E-1A19-CF45-CBF326BB30D5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EA6FE32-EE01-1AC0-2872-7790ABC4C7D5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275901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titel </a:t>
            </a:r>
            <a:r>
              <a:rPr kumimoji="0" lang="nl-NL" sz="1600" b="0" i="0" u="none" strike="noStrike" kern="1200" cap="all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only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7BFCB8FC-868A-165D-D61E-273E1FD6F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7D5B2C4-6987-10A4-4BBD-452708F6A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tx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B337C32-1568-3F82-A565-87B09730750D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40878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ze markt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Onze markten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40AC761-884B-21F8-0A5A-9A08960FB959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874713" y="1100042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36445AA-871E-A8E5-C1C0-EFA494CF5628}"/>
              </a:ext>
            </a:extLst>
          </p:cNvPr>
          <p:cNvSpPr>
            <a:spLocks noGrp="1" noChangeAspect="1"/>
          </p:cNvSpPr>
          <p:nvPr>
            <p:ph type="pic" idx="36" hasCustomPrompt="1"/>
          </p:nvPr>
        </p:nvSpPr>
        <p:spPr>
          <a:xfrm>
            <a:off x="874713" y="3556436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0BE7145-F72C-4509-1116-D355C6732F45}"/>
              </a:ext>
            </a:extLst>
          </p:cNvPr>
          <p:cNvSpPr>
            <a:spLocks noGrp="1" noChangeAspect="1"/>
          </p:cNvSpPr>
          <p:nvPr>
            <p:ph type="pic" idx="37" hasCustomPrompt="1"/>
          </p:nvPr>
        </p:nvSpPr>
        <p:spPr>
          <a:xfrm>
            <a:off x="3547628" y="1100042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A344511-9802-A5E5-DA4C-234DEC123C16}"/>
              </a:ext>
            </a:extLst>
          </p:cNvPr>
          <p:cNvSpPr>
            <a:spLocks noGrp="1" noChangeAspect="1"/>
          </p:cNvSpPr>
          <p:nvPr>
            <p:ph type="pic" idx="38" hasCustomPrompt="1"/>
          </p:nvPr>
        </p:nvSpPr>
        <p:spPr>
          <a:xfrm>
            <a:off x="3547628" y="3556436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FC8DDF1-3841-8AF8-237D-6CFE18C3D802}"/>
              </a:ext>
            </a:extLst>
          </p:cNvPr>
          <p:cNvSpPr>
            <a:spLocks noGrp="1" noChangeAspect="1"/>
          </p:cNvSpPr>
          <p:nvPr>
            <p:ph type="pic" idx="39" hasCustomPrompt="1"/>
          </p:nvPr>
        </p:nvSpPr>
        <p:spPr>
          <a:xfrm>
            <a:off x="6220543" y="1100042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A7F36F8-543B-2BD6-218C-F0A7B3FB6945}"/>
              </a:ext>
            </a:extLst>
          </p:cNvPr>
          <p:cNvSpPr>
            <a:spLocks noGrp="1" noChangeAspect="1"/>
          </p:cNvSpPr>
          <p:nvPr>
            <p:ph type="pic" idx="40" hasCustomPrompt="1"/>
          </p:nvPr>
        </p:nvSpPr>
        <p:spPr>
          <a:xfrm>
            <a:off x="6220543" y="3556436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684C1DC4-1F3F-4A8E-75C8-834B6B4BEC9D}"/>
              </a:ext>
            </a:extLst>
          </p:cNvPr>
          <p:cNvSpPr>
            <a:spLocks noGrp="1" noChangeAspect="1"/>
          </p:cNvSpPr>
          <p:nvPr>
            <p:ph type="pic" idx="41" hasCustomPrompt="1"/>
          </p:nvPr>
        </p:nvSpPr>
        <p:spPr>
          <a:xfrm>
            <a:off x="8893459" y="1100042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9938FEE-B63B-A34D-B65A-1CD58B72249D}"/>
              </a:ext>
            </a:extLst>
          </p:cNvPr>
          <p:cNvSpPr>
            <a:spLocks noGrp="1" noChangeAspect="1"/>
          </p:cNvSpPr>
          <p:nvPr>
            <p:ph type="pic" idx="42" hasCustomPrompt="1"/>
          </p:nvPr>
        </p:nvSpPr>
        <p:spPr>
          <a:xfrm>
            <a:off x="8893459" y="3556436"/>
            <a:ext cx="2423827" cy="2212539"/>
          </a:xfrm>
          <a:solidFill>
            <a:schemeClr val="bg1">
              <a:lumMod val="95000"/>
            </a:schemeClr>
          </a:solidFill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selecteer de gewenste afbeelding en klik op ‘Invoegen’.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61CEB688-1F0F-1D57-0747-C1B61776016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4712" y="2315895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3" name="Tijdelijke aanduiding voor tekst 21">
            <a:extLst>
              <a:ext uri="{FF2B5EF4-FFF2-40B4-BE49-F238E27FC236}">
                <a16:creationId xmlns:a16="http://schemas.microsoft.com/office/drawing/2014/main" id="{B70D266D-2760-DD4D-EACE-4C2638573CE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47830" y="2315895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4" name="Tijdelijke aanduiding voor tekst 21">
            <a:extLst>
              <a:ext uri="{FF2B5EF4-FFF2-40B4-BE49-F238E27FC236}">
                <a16:creationId xmlns:a16="http://schemas.microsoft.com/office/drawing/2014/main" id="{64730873-3185-539B-03D9-0B7CA979289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20745" y="2315895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5" name="Tijdelijke aanduiding voor tekst 21">
            <a:extLst>
              <a:ext uri="{FF2B5EF4-FFF2-40B4-BE49-F238E27FC236}">
                <a16:creationId xmlns:a16="http://schemas.microsoft.com/office/drawing/2014/main" id="{D210CA21-5527-43EB-FA1F-1DAE84C0061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93661" y="2315895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6" name="Tijdelijke aanduiding voor tekst 21">
            <a:extLst>
              <a:ext uri="{FF2B5EF4-FFF2-40B4-BE49-F238E27FC236}">
                <a16:creationId xmlns:a16="http://schemas.microsoft.com/office/drawing/2014/main" id="{5A8A446D-5B6A-DA73-3EC5-C643CB3B13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74915" y="4772289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7" name="Tijdelijke aanduiding voor tekst 21">
            <a:extLst>
              <a:ext uri="{FF2B5EF4-FFF2-40B4-BE49-F238E27FC236}">
                <a16:creationId xmlns:a16="http://schemas.microsoft.com/office/drawing/2014/main" id="{93F53EF2-73F2-1327-7BFE-DAEFDF7D2BF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47830" y="4772289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8" name="Tijdelijke aanduiding voor tekst 21">
            <a:extLst>
              <a:ext uri="{FF2B5EF4-FFF2-40B4-BE49-F238E27FC236}">
                <a16:creationId xmlns:a16="http://schemas.microsoft.com/office/drawing/2014/main" id="{8A758227-C7AB-57A2-0743-6A76E9BE3C6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20745" y="4772289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9" name="Tijdelijke aanduiding voor tekst 21">
            <a:extLst>
              <a:ext uri="{FF2B5EF4-FFF2-40B4-BE49-F238E27FC236}">
                <a16:creationId xmlns:a16="http://schemas.microsoft.com/office/drawing/2014/main" id="{051A5AEC-A9B0-149E-EEB0-37BAB933726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93661" y="4772289"/>
            <a:ext cx="2423423" cy="996686"/>
          </a:xfr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</p:spPr>
        <p:txBody>
          <a:bodyPr lIns="144000" tIns="0" rIns="144000" bIns="108000" anchor="b" anchorCtr="0"/>
          <a:lstStyle>
            <a:lvl1pPr marL="0" indent="0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94" name="Titel 2">
            <a:extLst>
              <a:ext uri="{FF2B5EF4-FFF2-40B4-BE49-F238E27FC236}">
                <a16:creationId xmlns:a16="http://schemas.microsoft.com/office/drawing/2014/main" id="{D1BF88BC-C980-18C8-6753-245857E03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95" name="Tijdelijke aanduiding voor tekst 4">
            <a:extLst>
              <a:ext uri="{FF2B5EF4-FFF2-40B4-BE49-F238E27FC236}">
                <a16:creationId xmlns:a16="http://schemas.microsoft.com/office/drawing/2014/main" id="{3E38B4CC-92B6-435C-3598-5D4E52A2EC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16" name="INSTRUCTIE">
            <a:extLst>
              <a:ext uri="{FF2B5EF4-FFF2-40B4-BE49-F238E27FC236}">
                <a16:creationId xmlns:a16="http://schemas.microsoft.com/office/drawing/2014/main" id="{6D62B8E0-3DDE-ECB3-AB17-7FD319B92058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F3800160-5B03-6251-100E-2BC87DA2226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0D0A80F5-BB3B-2BB1-F78E-8355C14F19B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C38686BF-46F6-556B-656F-968A782C7363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Ovaal 19">
              <a:extLst>
                <a:ext uri="{FF2B5EF4-FFF2-40B4-BE49-F238E27FC236}">
                  <a16:creationId xmlns:a16="http://schemas.microsoft.com/office/drawing/2014/main" id="{365905A5-086B-5768-7A0F-5762550CFE81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A7C11E78-80D3-D6EF-8028-4649AC7F0BD1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530E3C27-2681-00DC-76C0-4D68DCD047DC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D4517E2A-FC1B-9CCD-69B9-5E7E90CC8C7F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20A6F07E-EF54-E268-CF99-48BF01230441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71" name="Rechthoek 70">
                <a:extLst>
                  <a:ext uri="{FF2B5EF4-FFF2-40B4-BE49-F238E27FC236}">
                    <a16:creationId xmlns:a16="http://schemas.microsoft.com/office/drawing/2014/main" id="{DDE274A0-D4B9-B2EA-EB6D-7934857E381D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Rechthoek 71">
                <a:extLst>
                  <a:ext uri="{FF2B5EF4-FFF2-40B4-BE49-F238E27FC236}">
                    <a16:creationId xmlns:a16="http://schemas.microsoft.com/office/drawing/2014/main" id="{7035FE33-E854-E61B-315A-1FAA6F09146F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Tekstvak 72">
                <a:extLst>
                  <a:ext uri="{FF2B5EF4-FFF2-40B4-BE49-F238E27FC236}">
                    <a16:creationId xmlns:a16="http://schemas.microsoft.com/office/drawing/2014/main" id="{9CE52D58-052E-B167-D8DB-264DC7D55D70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B46C1FF3-2475-155F-E0D6-0D2DF2DE3243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75" name="Vrije vorm: vorm 74">
                <a:extLst>
                  <a:ext uri="{FF2B5EF4-FFF2-40B4-BE49-F238E27FC236}">
                    <a16:creationId xmlns:a16="http://schemas.microsoft.com/office/drawing/2014/main" id="{2FFA719F-2298-80A8-7AC6-784ECC104C8C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Gelijkbenige driehoek 75">
                <a:extLst>
                  <a:ext uri="{FF2B5EF4-FFF2-40B4-BE49-F238E27FC236}">
                    <a16:creationId xmlns:a16="http://schemas.microsoft.com/office/drawing/2014/main" id="{2443C6D7-FF88-2610-FC81-2AF3233AF9A5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E87509A7-C3FB-4DFB-A469-F5DB50E97545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758397F-E16D-EC51-4A7F-08B9D43885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91977298-B04F-9E2E-056F-736702688DA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744CB96E-84D0-4E7A-60A5-E1C68B3F44D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8" name="Groep 77">
                <a:extLst>
                  <a:ext uri="{FF2B5EF4-FFF2-40B4-BE49-F238E27FC236}">
                    <a16:creationId xmlns:a16="http://schemas.microsoft.com/office/drawing/2014/main" id="{98295690-5CA1-F414-6358-BF56B2489ECE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784950CA-D3B4-E627-0056-291BB9B2FC6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hthoek 79">
                  <a:extLst>
                    <a:ext uri="{FF2B5EF4-FFF2-40B4-BE49-F238E27FC236}">
                      <a16:creationId xmlns:a16="http://schemas.microsoft.com/office/drawing/2014/main" id="{97F70186-59CA-D314-3156-695B6569E38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EA966DB1-2B3A-EF8D-5F90-F678649A218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3" name="Groep 32">
              <a:extLst>
                <a:ext uri="{FF2B5EF4-FFF2-40B4-BE49-F238E27FC236}">
                  <a16:creationId xmlns:a16="http://schemas.microsoft.com/office/drawing/2014/main" id="{25CC0F0F-F9B8-3DD5-9416-AD0BB722063D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65" name="Groep 64">
                <a:extLst>
                  <a:ext uri="{FF2B5EF4-FFF2-40B4-BE49-F238E27FC236}">
                    <a16:creationId xmlns:a16="http://schemas.microsoft.com/office/drawing/2014/main" id="{8F083E29-4BE6-9F59-4BFC-F6E387E33D89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67" name="Vrije vorm: vorm 66">
                  <a:extLst>
                    <a:ext uri="{FF2B5EF4-FFF2-40B4-BE49-F238E27FC236}">
                      <a16:creationId xmlns:a16="http://schemas.microsoft.com/office/drawing/2014/main" id="{D758B199-7695-D25C-B699-717BE739D365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09368797-B312-35F3-40FC-A15ED1A693F4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69" name="Vrije vorm: vorm 68">
                    <a:extLst>
                      <a:ext uri="{FF2B5EF4-FFF2-40B4-BE49-F238E27FC236}">
                        <a16:creationId xmlns:a16="http://schemas.microsoft.com/office/drawing/2014/main" id="{732126A5-DB06-4C1A-FCF8-351BBCD0F432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70" name="Vrije vorm: vorm 69">
                    <a:extLst>
                      <a:ext uri="{FF2B5EF4-FFF2-40B4-BE49-F238E27FC236}">
                        <a16:creationId xmlns:a16="http://schemas.microsoft.com/office/drawing/2014/main" id="{F311B621-B1FC-7990-DDCE-BC1CFBD5661C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66" name="Tekstvak 65">
                <a:extLst>
                  <a:ext uri="{FF2B5EF4-FFF2-40B4-BE49-F238E27FC236}">
                    <a16:creationId xmlns:a16="http://schemas.microsoft.com/office/drawing/2014/main" id="{A4C40B04-3412-3ED9-99D1-F590B9B555B0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B87E6B5B-7A9B-4235-BFD2-2F9F4FC14B94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2368924B-74C9-471A-2A57-8F8A9283619B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A0F99DA1-468D-67C1-311A-87E20B5A825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38" name="Groep 37">
              <a:extLst>
                <a:ext uri="{FF2B5EF4-FFF2-40B4-BE49-F238E27FC236}">
                  <a16:creationId xmlns:a16="http://schemas.microsoft.com/office/drawing/2014/main" id="{E836A43A-6AC0-66DE-C9EA-E7463C793B94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49" name="Groep 48">
                <a:extLst>
                  <a:ext uri="{FF2B5EF4-FFF2-40B4-BE49-F238E27FC236}">
                    <a16:creationId xmlns:a16="http://schemas.microsoft.com/office/drawing/2014/main" id="{F605DDB1-B49D-350A-2A68-4F8F27A7B6B9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52" name="Groep 51">
                  <a:extLst>
                    <a:ext uri="{FF2B5EF4-FFF2-40B4-BE49-F238E27FC236}">
                      <a16:creationId xmlns:a16="http://schemas.microsoft.com/office/drawing/2014/main" id="{677727AA-9B46-0A55-ED7E-72621041D1A1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9" name="Groep 58">
                    <a:extLst>
                      <a:ext uri="{FF2B5EF4-FFF2-40B4-BE49-F238E27FC236}">
                        <a16:creationId xmlns:a16="http://schemas.microsoft.com/office/drawing/2014/main" id="{BE83B141-7FE6-BB5B-D339-113FAD8251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62" name="Rechthoek 61">
                      <a:extLst>
                        <a:ext uri="{FF2B5EF4-FFF2-40B4-BE49-F238E27FC236}">
                          <a16:creationId xmlns:a16="http://schemas.microsoft.com/office/drawing/2014/main" id="{5625D4C9-CEE9-877C-FDD3-69AE6B5D8E2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3" name="Rechthoek 62">
                      <a:extLst>
                        <a:ext uri="{FF2B5EF4-FFF2-40B4-BE49-F238E27FC236}">
                          <a16:creationId xmlns:a16="http://schemas.microsoft.com/office/drawing/2014/main" id="{612DD03F-3C2E-B6E0-01C0-258B0886BFB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4" name="Ovaal 63">
                      <a:extLst>
                        <a:ext uri="{FF2B5EF4-FFF2-40B4-BE49-F238E27FC236}">
                          <a16:creationId xmlns:a16="http://schemas.microsoft.com/office/drawing/2014/main" id="{8E3CECC2-A424-2F84-8DD1-F8EA46116BA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60" name="Afbeelding 59">
                    <a:extLst>
                      <a:ext uri="{FF2B5EF4-FFF2-40B4-BE49-F238E27FC236}">
                        <a16:creationId xmlns:a16="http://schemas.microsoft.com/office/drawing/2014/main" id="{B84E08A3-DCE0-39D8-DB3A-46FF5510FD7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61" name="Afbeelding 60">
                    <a:extLst>
                      <a:ext uri="{FF2B5EF4-FFF2-40B4-BE49-F238E27FC236}">
                        <a16:creationId xmlns:a16="http://schemas.microsoft.com/office/drawing/2014/main" id="{FCE128E5-1028-616F-95BB-D0CB4336C1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3" name="Groep 52">
                  <a:extLst>
                    <a:ext uri="{FF2B5EF4-FFF2-40B4-BE49-F238E27FC236}">
                      <a16:creationId xmlns:a16="http://schemas.microsoft.com/office/drawing/2014/main" id="{3FAA5143-F3D7-8B4B-EA3E-0C0D1CD6F0F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7" name="Rechthoek 56">
                    <a:extLst>
                      <a:ext uri="{FF2B5EF4-FFF2-40B4-BE49-F238E27FC236}">
                        <a16:creationId xmlns:a16="http://schemas.microsoft.com/office/drawing/2014/main" id="{6512BE59-1895-B582-2CE7-6F786668019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8" name="Rechthoek 57">
                    <a:extLst>
                      <a:ext uri="{FF2B5EF4-FFF2-40B4-BE49-F238E27FC236}">
                        <a16:creationId xmlns:a16="http://schemas.microsoft.com/office/drawing/2014/main" id="{E3008A1E-9FD8-0902-E196-7E20ACA040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DE849DC1-F774-F927-F0EE-5382F9A627B5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5" name="Rechthoek 54">
                    <a:extLst>
                      <a:ext uri="{FF2B5EF4-FFF2-40B4-BE49-F238E27FC236}">
                        <a16:creationId xmlns:a16="http://schemas.microsoft.com/office/drawing/2014/main" id="{848510CE-47CF-68D5-5F84-74368A5F8BE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6" name="Rechthoek 55">
                    <a:extLst>
                      <a:ext uri="{FF2B5EF4-FFF2-40B4-BE49-F238E27FC236}">
                        <a16:creationId xmlns:a16="http://schemas.microsoft.com/office/drawing/2014/main" id="{BBEE14EB-4251-2A5D-CE95-04DCC8EAA27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DCDC8C57-712D-B6C6-4474-4E69E30F18C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51" name="Gelijkbenige driehoek 50">
                <a:extLst>
                  <a:ext uri="{FF2B5EF4-FFF2-40B4-BE49-F238E27FC236}">
                    <a16:creationId xmlns:a16="http://schemas.microsoft.com/office/drawing/2014/main" id="{07507930-6681-F5E1-CB21-40FD1B29587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4A416871-68B3-4FD1-DAAF-F5893E89956D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40" name="ICOON_info">
              <a:extLst>
                <a:ext uri="{FF2B5EF4-FFF2-40B4-BE49-F238E27FC236}">
                  <a16:creationId xmlns:a16="http://schemas.microsoft.com/office/drawing/2014/main" id="{97E5BE38-D6A5-78C1-6E86-D680C5CE9DBD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47" name="Ovaal 46">
                <a:extLst>
                  <a:ext uri="{FF2B5EF4-FFF2-40B4-BE49-F238E27FC236}">
                    <a16:creationId xmlns:a16="http://schemas.microsoft.com/office/drawing/2014/main" id="{6BDC199E-A194-A17D-5F62-BB8FBF16D1B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Graphic 163" descr="Informatie">
                <a:extLst>
                  <a:ext uri="{FF2B5EF4-FFF2-40B4-BE49-F238E27FC236}">
                    <a16:creationId xmlns:a16="http://schemas.microsoft.com/office/drawing/2014/main" id="{F080E678-1773-29A5-3033-992F6277B48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1" name="Groep 40">
              <a:extLst>
                <a:ext uri="{FF2B5EF4-FFF2-40B4-BE49-F238E27FC236}">
                  <a16:creationId xmlns:a16="http://schemas.microsoft.com/office/drawing/2014/main" id="{7CBEA49A-EE21-8620-1401-D4AB8BA0F85E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42" name="Inspireren">
                <a:extLst>
                  <a:ext uri="{FF2B5EF4-FFF2-40B4-BE49-F238E27FC236}">
                    <a16:creationId xmlns:a16="http://schemas.microsoft.com/office/drawing/2014/main" id="{D23A576B-6567-EEF1-3E3A-26DBD750161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4" name="Freeform 12">
                  <a:extLst>
                    <a:ext uri="{FF2B5EF4-FFF2-40B4-BE49-F238E27FC236}">
                      <a16:creationId xmlns:a16="http://schemas.microsoft.com/office/drawing/2014/main" id="{2B233AF9-7450-6B14-711A-44CC73694D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4AA1FEBD-2974-A685-F0CD-EE405DC5C3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4EB3B938-B84E-5A75-5582-4859E050181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8494102F-D0DB-6040-3F28-F747A517B51F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85" name="Picture Placeholder 2">
            <a:extLst>
              <a:ext uri="{FF2B5EF4-FFF2-40B4-BE49-F238E27FC236}">
                <a16:creationId xmlns:a16="http://schemas.microsoft.com/office/drawing/2014/main" id="{A218C20F-CDF5-1A3A-5F9E-3B48F3C0355E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96723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logo'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Onze markten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40AC761-884B-21F8-0A5A-9A08960FB959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876304" y="1085608"/>
            <a:ext cx="3258608" cy="3855106"/>
          </a:xfrm>
          <a:solidFill>
            <a:schemeClr val="bg1">
              <a:lumMod val="95000"/>
            </a:schemeClr>
          </a:solidFill>
        </p:spPr>
        <p:txBody>
          <a:bodyPr lIns="0" tIns="0" rIns="0" bIns="1224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3DA8764-52B9-DD8F-37CE-19FB928ABEF5}"/>
              </a:ext>
            </a:extLst>
          </p:cNvPr>
          <p:cNvSpPr>
            <a:spLocks noGrp="1" noChangeAspect="1"/>
          </p:cNvSpPr>
          <p:nvPr>
            <p:ph type="pic" idx="36" hasCustomPrompt="1"/>
          </p:nvPr>
        </p:nvSpPr>
        <p:spPr>
          <a:xfrm>
            <a:off x="4466695" y="1085608"/>
            <a:ext cx="3258608" cy="3855106"/>
          </a:xfrm>
          <a:solidFill>
            <a:schemeClr val="bg1">
              <a:lumMod val="95000"/>
            </a:schemeClr>
          </a:solidFill>
        </p:spPr>
        <p:txBody>
          <a:bodyPr lIns="0" tIns="0" rIns="0" bIns="1224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62FBDE2-3810-4480-D582-4EA34691C860}"/>
              </a:ext>
            </a:extLst>
          </p:cNvPr>
          <p:cNvSpPr>
            <a:spLocks noGrp="1" noChangeAspect="1"/>
          </p:cNvSpPr>
          <p:nvPr>
            <p:ph type="pic" idx="37" hasCustomPrompt="1"/>
          </p:nvPr>
        </p:nvSpPr>
        <p:spPr>
          <a:xfrm>
            <a:off x="8057087" y="1085608"/>
            <a:ext cx="3258608" cy="3855106"/>
          </a:xfrm>
          <a:solidFill>
            <a:schemeClr val="bg1">
              <a:lumMod val="95000"/>
            </a:schemeClr>
          </a:solidFill>
        </p:spPr>
        <p:txBody>
          <a:bodyPr lIns="0" tIns="0" rIns="0" bIns="1224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8DB724C6-4E92-07F2-203A-D4B6E92CD6E3}"/>
              </a:ext>
            </a:extLst>
          </p:cNvPr>
          <p:cNvSpPr>
            <a:spLocks noGrp="1"/>
          </p:cNvSpPr>
          <p:nvPr>
            <p:ph type="pic" idx="33" hasCustomPrompt="1"/>
          </p:nvPr>
        </p:nvSpPr>
        <p:spPr>
          <a:xfrm>
            <a:off x="1058999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A01676C1-0486-45E6-597E-EB3BF61303A1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10548032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A1ADED8-46DF-1FC6-3FFC-9A38BF57330F}"/>
              </a:ext>
            </a:extLst>
          </p:cNvPr>
          <p:cNvSpPr>
            <a:spLocks noGrp="1"/>
          </p:cNvSpPr>
          <p:nvPr>
            <p:ph type="pic" idx="39" hasCustomPrompt="1"/>
          </p:nvPr>
        </p:nvSpPr>
        <p:spPr>
          <a:xfrm>
            <a:off x="1736787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5196D3CE-DFA5-58CF-1E96-3949DB736AE5}"/>
              </a:ext>
            </a:extLst>
          </p:cNvPr>
          <p:cNvSpPr>
            <a:spLocks noGrp="1"/>
          </p:cNvSpPr>
          <p:nvPr>
            <p:ph type="pic" idx="40" hasCustomPrompt="1"/>
          </p:nvPr>
        </p:nvSpPr>
        <p:spPr>
          <a:xfrm>
            <a:off x="2414575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EDC9990-ADEB-C3AF-A27D-612984DF6D48}"/>
              </a:ext>
            </a:extLst>
          </p:cNvPr>
          <p:cNvSpPr>
            <a:spLocks noGrp="1"/>
          </p:cNvSpPr>
          <p:nvPr>
            <p:ph type="pic" idx="41" hasCustomPrompt="1"/>
          </p:nvPr>
        </p:nvSpPr>
        <p:spPr>
          <a:xfrm>
            <a:off x="3092363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6FF9C090-76A5-FCB0-D796-57F26A31D573}"/>
              </a:ext>
            </a:extLst>
          </p:cNvPr>
          <p:cNvSpPr>
            <a:spLocks noGrp="1"/>
          </p:cNvSpPr>
          <p:nvPr>
            <p:ph type="pic" idx="42" hasCustomPrompt="1"/>
          </p:nvPr>
        </p:nvSpPr>
        <p:spPr>
          <a:xfrm>
            <a:off x="3770151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A9098CED-1F3A-3C80-A995-9CBCE7E27B5C}"/>
              </a:ext>
            </a:extLst>
          </p:cNvPr>
          <p:cNvSpPr>
            <a:spLocks noGrp="1"/>
          </p:cNvSpPr>
          <p:nvPr>
            <p:ph type="pic" idx="43" hasCustomPrompt="1"/>
          </p:nvPr>
        </p:nvSpPr>
        <p:spPr>
          <a:xfrm>
            <a:off x="4447939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FA33F725-822D-8CAE-8288-56A4C993A5D3}"/>
              </a:ext>
            </a:extLst>
          </p:cNvPr>
          <p:cNvSpPr>
            <a:spLocks noGrp="1"/>
          </p:cNvSpPr>
          <p:nvPr>
            <p:ph type="pic" idx="44" hasCustomPrompt="1"/>
          </p:nvPr>
        </p:nvSpPr>
        <p:spPr>
          <a:xfrm>
            <a:off x="5125727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DF2BA4AB-2A61-4F6A-1601-14987AE69D2F}"/>
              </a:ext>
            </a:extLst>
          </p:cNvPr>
          <p:cNvSpPr>
            <a:spLocks noGrp="1"/>
          </p:cNvSpPr>
          <p:nvPr>
            <p:ph type="pic" idx="45" hasCustomPrompt="1"/>
          </p:nvPr>
        </p:nvSpPr>
        <p:spPr>
          <a:xfrm>
            <a:off x="5803515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7BF71684-2156-A142-AC74-37F9D7B9B7D1}"/>
              </a:ext>
            </a:extLst>
          </p:cNvPr>
          <p:cNvSpPr>
            <a:spLocks noGrp="1"/>
          </p:cNvSpPr>
          <p:nvPr>
            <p:ph type="pic" idx="46" hasCustomPrompt="1"/>
          </p:nvPr>
        </p:nvSpPr>
        <p:spPr>
          <a:xfrm>
            <a:off x="6481303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C898A38E-2EE1-A5B9-A08E-B7596C3C6E73}"/>
              </a:ext>
            </a:extLst>
          </p:cNvPr>
          <p:cNvSpPr>
            <a:spLocks noGrp="1"/>
          </p:cNvSpPr>
          <p:nvPr>
            <p:ph type="pic" idx="47" hasCustomPrompt="1"/>
          </p:nvPr>
        </p:nvSpPr>
        <p:spPr>
          <a:xfrm>
            <a:off x="7159091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4AF8EC94-A691-0B92-B5A9-274224A9E3C5}"/>
              </a:ext>
            </a:extLst>
          </p:cNvPr>
          <p:cNvSpPr>
            <a:spLocks noGrp="1"/>
          </p:cNvSpPr>
          <p:nvPr>
            <p:ph type="pic" idx="48" hasCustomPrompt="1"/>
          </p:nvPr>
        </p:nvSpPr>
        <p:spPr>
          <a:xfrm>
            <a:off x="7836879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BF2722A1-B6A5-39E9-4212-0C0593171E60}"/>
              </a:ext>
            </a:extLst>
          </p:cNvPr>
          <p:cNvSpPr>
            <a:spLocks noGrp="1"/>
          </p:cNvSpPr>
          <p:nvPr>
            <p:ph type="pic" idx="49" hasCustomPrompt="1"/>
          </p:nvPr>
        </p:nvSpPr>
        <p:spPr>
          <a:xfrm>
            <a:off x="8514667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ADFB9D0-D751-B535-5329-8EA00AA8B12F}"/>
              </a:ext>
            </a:extLst>
          </p:cNvPr>
          <p:cNvSpPr>
            <a:spLocks noGrp="1"/>
          </p:cNvSpPr>
          <p:nvPr>
            <p:ph type="pic" idx="50" hasCustomPrompt="1"/>
          </p:nvPr>
        </p:nvSpPr>
        <p:spPr>
          <a:xfrm>
            <a:off x="9192455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7A9AC003-4776-102B-1AC1-C10994D724EB}"/>
              </a:ext>
            </a:extLst>
          </p:cNvPr>
          <p:cNvSpPr>
            <a:spLocks noGrp="1"/>
          </p:cNvSpPr>
          <p:nvPr>
            <p:ph type="pic" idx="51" hasCustomPrompt="1"/>
          </p:nvPr>
        </p:nvSpPr>
        <p:spPr>
          <a:xfrm>
            <a:off x="9870243" y="5351637"/>
            <a:ext cx="584970" cy="294446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5" name="Titel 2">
            <a:extLst>
              <a:ext uri="{FF2B5EF4-FFF2-40B4-BE49-F238E27FC236}">
                <a16:creationId xmlns:a16="http://schemas.microsoft.com/office/drawing/2014/main" id="{D7BEE724-5A9D-119A-D674-6F57928D9D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36" name="Tijdelijke aanduiding voor tekst 4">
            <a:extLst>
              <a:ext uri="{FF2B5EF4-FFF2-40B4-BE49-F238E27FC236}">
                <a16:creationId xmlns:a16="http://schemas.microsoft.com/office/drawing/2014/main" id="{C16F7430-1CBE-DE77-F6DD-F38067A97E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3C0D739E-7EDA-EE00-A030-7272DCD798C0}"/>
              </a:ext>
            </a:extLst>
          </p:cNvPr>
          <p:cNvGrpSpPr/>
          <p:nvPr userDrawn="1"/>
        </p:nvGrpSpPr>
        <p:grpSpPr>
          <a:xfrm>
            <a:off x="-3817732" y="0"/>
            <a:ext cx="3693113" cy="5247148"/>
            <a:chOff x="-3786164" y="0"/>
            <a:chExt cx="3693113" cy="5247148"/>
          </a:xfrm>
        </p:grpSpPr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15D675C4-5B1E-32C0-151A-57271C67089C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6054A5E3-022A-1AA6-9FF6-B7A5AB3399B7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138" name="Ovaal 137">
              <a:extLst>
                <a:ext uri="{FF2B5EF4-FFF2-40B4-BE49-F238E27FC236}">
                  <a16:creationId xmlns:a16="http://schemas.microsoft.com/office/drawing/2014/main" id="{FA06EF89-6306-665B-C006-943A9E30DDE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9" name="Rechthoek 138">
              <a:extLst>
                <a:ext uri="{FF2B5EF4-FFF2-40B4-BE49-F238E27FC236}">
                  <a16:creationId xmlns:a16="http://schemas.microsoft.com/office/drawing/2014/main" id="{0B516067-ADA1-BDB8-BAAE-C8E26080603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Ovaal 139">
              <a:extLst>
                <a:ext uri="{FF2B5EF4-FFF2-40B4-BE49-F238E27FC236}">
                  <a16:creationId xmlns:a16="http://schemas.microsoft.com/office/drawing/2014/main" id="{C7E0B1C0-2169-EF2B-5C31-6D1EEDDCDFC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1" name="Rechthoek 140">
              <a:extLst>
                <a:ext uri="{FF2B5EF4-FFF2-40B4-BE49-F238E27FC236}">
                  <a16:creationId xmlns:a16="http://schemas.microsoft.com/office/drawing/2014/main" id="{1DBD05C5-3DD4-7B80-EDF3-939210538546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98CE4E91-00BF-22E0-8EBD-13CCA3B5B513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43" name="Ovaal 142">
              <a:extLst>
                <a:ext uri="{FF2B5EF4-FFF2-40B4-BE49-F238E27FC236}">
                  <a16:creationId xmlns:a16="http://schemas.microsoft.com/office/drawing/2014/main" id="{B333BE48-F41D-6E99-53F0-105EA58DABFF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4" name="Rechthoek 143">
              <a:extLst>
                <a:ext uri="{FF2B5EF4-FFF2-40B4-BE49-F238E27FC236}">
                  <a16:creationId xmlns:a16="http://schemas.microsoft.com/office/drawing/2014/main" id="{317BB27C-41A5-F9E5-BF18-48EC8846BB1A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7DE536B1-DC28-E45C-BB6C-2218F0D3EED4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162" name="Groep 161">
                <a:extLst>
                  <a:ext uri="{FF2B5EF4-FFF2-40B4-BE49-F238E27FC236}">
                    <a16:creationId xmlns:a16="http://schemas.microsoft.com/office/drawing/2014/main" id="{2BD38765-3252-D728-0A6C-CD2B1593FD0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E074868A-288A-8343-56B9-429A1E5CC03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2" name="Groep 171">
                    <a:extLst>
                      <a:ext uri="{FF2B5EF4-FFF2-40B4-BE49-F238E27FC236}">
                        <a16:creationId xmlns:a16="http://schemas.microsoft.com/office/drawing/2014/main" id="{17F425A7-62DE-5E26-F130-70B7A4D6AC0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5" name="Rechthoek 174">
                      <a:extLst>
                        <a:ext uri="{FF2B5EF4-FFF2-40B4-BE49-F238E27FC236}">
                          <a16:creationId xmlns:a16="http://schemas.microsoft.com/office/drawing/2014/main" id="{EFA9FABA-48B8-5935-FA0A-0F585EA8466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6" name="Rechthoek 175">
                      <a:extLst>
                        <a:ext uri="{FF2B5EF4-FFF2-40B4-BE49-F238E27FC236}">
                          <a16:creationId xmlns:a16="http://schemas.microsoft.com/office/drawing/2014/main" id="{1B3D195B-F381-D47E-1358-539B9E0EAB6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7" name="Ovaal 176">
                      <a:extLst>
                        <a:ext uri="{FF2B5EF4-FFF2-40B4-BE49-F238E27FC236}">
                          <a16:creationId xmlns:a16="http://schemas.microsoft.com/office/drawing/2014/main" id="{95216028-056F-0E42-3E7C-D91645DA3F0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3" name="Afbeelding 172">
                    <a:extLst>
                      <a:ext uri="{FF2B5EF4-FFF2-40B4-BE49-F238E27FC236}">
                        <a16:creationId xmlns:a16="http://schemas.microsoft.com/office/drawing/2014/main" id="{CDB24A9F-2578-ED27-1D1B-AF5F13B71D5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4" name="Afbeelding 173">
                    <a:extLst>
                      <a:ext uri="{FF2B5EF4-FFF2-40B4-BE49-F238E27FC236}">
                        <a16:creationId xmlns:a16="http://schemas.microsoft.com/office/drawing/2014/main" id="{06EB5A2D-06DB-242A-0180-BC4EF7FD03C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6" name="Groep 165">
                  <a:extLst>
                    <a:ext uri="{FF2B5EF4-FFF2-40B4-BE49-F238E27FC236}">
                      <a16:creationId xmlns:a16="http://schemas.microsoft.com/office/drawing/2014/main" id="{51DBDA85-417B-A174-6AC5-055ED6A4D2C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714923B9-9783-2C54-154F-58B4DCA9E2F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032903C6-E982-71FE-F9DD-5CC941BF4BD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4EE7D38A-B05F-0609-4BB2-AB851AC2C62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68" name="Rechthoek 167">
                    <a:extLst>
                      <a:ext uri="{FF2B5EF4-FFF2-40B4-BE49-F238E27FC236}">
                        <a16:creationId xmlns:a16="http://schemas.microsoft.com/office/drawing/2014/main" id="{1A0CAC89-F91E-554A-65B9-DBCE67809D7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69" name="Rechthoek 168">
                    <a:extLst>
                      <a:ext uri="{FF2B5EF4-FFF2-40B4-BE49-F238E27FC236}">
                        <a16:creationId xmlns:a16="http://schemas.microsoft.com/office/drawing/2014/main" id="{9349B9E0-6DBA-32AD-1879-25C51071623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57B4C1C8-A6D7-FAE2-0EFF-D2DF7FC5D84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64" name="Gelijkbenige driehoek 163">
                <a:extLst>
                  <a:ext uri="{FF2B5EF4-FFF2-40B4-BE49-F238E27FC236}">
                    <a16:creationId xmlns:a16="http://schemas.microsoft.com/office/drawing/2014/main" id="{D5B2CBCA-7F9A-E511-8DD5-B0DBBED25F0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6" name="ICOON_info">
              <a:extLst>
                <a:ext uri="{FF2B5EF4-FFF2-40B4-BE49-F238E27FC236}">
                  <a16:creationId xmlns:a16="http://schemas.microsoft.com/office/drawing/2014/main" id="{68F23D8A-9618-E45C-6276-D8D063BCBFC7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160" name="Ovaal 159">
                <a:extLst>
                  <a:ext uri="{FF2B5EF4-FFF2-40B4-BE49-F238E27FC236}">
                    <a16:creationId xmlns:a16="http://schemas.microsoft.com/office/drawing/2014/main" id="{57B36718-DE25-9031-5C2D-059E4309C1B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1" name="Graphic 163" descr="Informatie">
                <a:extLst>
                  <a:ext uri="{FF2B5EF4-FFF2-40B4-BE49-F238E27FC236}">
                    <a16:creationId xmlns:a16="http://schemas.microsoft.com/office/drawing/2014/main" id="{4387A40F-BDB2-0E27-51EF-8FAD6574686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7" name="Groep 146">
              <a:extLst>
                <a:ext uri="{FF2B5EF4-FFF2-40B4-BE49-F238E27FC236}">
                  <a16:creationId xmlns:a16="http://schemas.microsoft.com/office/drawing/2014/main" id="{9F4FDA6B-B588-C6E8-2860-4F5DC62A39EC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155" name="Inspireren">
                <a:extLst>
                  <a:ext uri="{FF2B5EF4-FFF2-40B4-BE49-F238E27FC236}">
                    <a16:creationId xmlns:a16="http://schemas.microsoft.com/office/drawing/2014/main" id="{2F2EF90C-A90A-EFAF-CB3A-D9247B217FF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57" name="Freeform 12">
                  <a:extLst>
                    <a:ext uri="{FF2B5EF4-FFF2-40B4-BE49-F238E27FC236}">
                      <a16:creationId xmlns:a16="http://schemas.microsoft.com/office/drawing/2014/main" id="{63AB251C-C798-4FF2-BAEA-6B9E96E3FF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8" name="Freeform 13">
                  <a:extLst>
                    <a:ext uri="{FF2B5EF4-FFF2-40B4-BE49-F238E27FC236}">
                      <a16:creationId xmlns:a16="http://schemas.microsoft.com/office/drawing/2014/main" id="{AD2344F7-6D24-9EF5-1ED7-7FDCF248FD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9" name="Freeform 14">
                  <a:extLst>
                    <a:ext uri="{FF2B5EF4-FFF2-40B4-BE49-F238E27FC236}">
                      <a16:creationId xmlns:a16="http://schemas.microsoft.com/office/drawing/2014/main" id="{9F96A06F-714E-9992-BBF4-00342B0808B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56" name="Tekstvak 155">
                <a:extLst>
                  <a:ext uri="{FF2B5EF4-FFF2-40B4-BE49-F238E27FC236}">
                    <a16:creationId xmlns:a16="http://schemas.microsoft.com/office/drawing/2014/main" id="{B8506F0A-7C70-5AB2-8363-16B88D311387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148" name="Groep 147">
              <a:extLst>
                <a:ext uri="{FF2B5EF4-FFF2-40B4-BE49-F238E27FC236}">
                  <a16:creationId xmlns:a16="http://schemas.microsoft.com/office/drawing/2014/main" id="{80843FA2-A701-2DA4-13E1-241287AD9D41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B2505667-94F1-00CB-8A58-C0E3ABBDD092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151" name="Vrije vorm: vorm 150">
                  <a:extLst>
                    <a:ext uri="{FF2B5EF4-FFF2-40B4-BE49-F238E27FC236}">
                      <a16:creationId xmlns:a16="http://schemas.microsoft.com/office/drawing/2014/main" id="{DE9CC02F-3461-B200-C168-968593415B3D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F517DD63-4535-F74A-BE58-A8887AD6D457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53" name="Vrije vorm: vorm 152">
                    <a:extLst>
                      <a:ext uri="{FF2B5EF4-FFF2-40B4-BE49-F238E27FC236}">
                        <a16:creationId xmlns:a16="http://schemas.microsoft.com/office/drawing/2014/main" id="{07994C02-2454-0A6E-4BEB-11BCD6928AFA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154" name="Vrije vorm: vorm 153">
                    <a:extLst>
                      <a:ext uri="{FF2B5EF4-FFF2-40B4-BE49-F238E27FC236}">
                        <a16:creationId xmlns:a16="http://schemas.microsoft.com/office/drawing/2014/main" id="{B4A33E53-737B-F72B-CBCE-AEA76E2D5F6C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50" name="Tekstvak 149">
                <a:extLst>
                  <a:ext uri="{FF2B5EF4-FFF2-40B4-BE49-F238E27FC236}">
                    <a16:creationId xmlns:a16="http://schemas.microsoft.com/office/drawing/2014/main" id="{704FF797-C6B9-E2CA-89BD-D172E7D9BC91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6" name="INSTRUCTIE">
            <a:extLst>
              <a:ext uri="{FF2B5EF4-FFF2-40B4-BE49-F238E27FC236}">
                <a16:creationId xmlns:a16="http://schemas.microsoft.com/office/drawing/2014/main" id="{AF5FC3E9-3CE8-3AFA-8B3D-705156D5ACA5}"/>
              </a:ext>
            </a:extLst>
          </p:cNvPr>
          <p:cNvGrpSpPr/>
          <p:nvPr userDrawn="1"/>
        </p:nvGrpSpPr>
        <p:grpSpPr>
          <a:xfrm>
            <a:off x="12377595" y="0"/>
            <a:ext cx="3693386" cy="6769481"/>
            <a:chOff x="-3786437" y="0"/>
            <a:chExt cx="3693386" cy="6769481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1C64F3AC-AB0A-DED3-3D66-ED4B082F970D}"/>
                </a:ext>
              </a:extLst>
            </p:cNvPr>
            <p:cNvSpPr/>
            <p:nvPr userDrawn="1"/>
          </p:nvSpPr>
          <p:spPr>
            <a:xfrm>
              <a:off x="-3786437" y="594148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" name="INSTRUCTIES">
              <a:extLst>
                <a:ext uri="{FF2B5EF4-FFF2-40B4-BE49-F238E27FC236}">
                  <a16:creationId xmlns:a16="http://schemas.microsoft.com/office/drawing/2014/main" id="{F1D0D2CD-F73C-FA37-2C7E-48F529723147}"/>
                </a:ext>
              </a:extLst>
            </p:cNvPr>
            <p:cNvGrpSpPr/>
            <p:nvPr userDrawn="1"/>
          </p:nvGrpSpPr>
          <p:grpSpPr>
            <a:xfrm>
              <a:off x="-3786437" y="0"/>
              <a:ext cx="3693386" cy="6089184"/>
              <a:chOff x="-3786437" y="0"/>
              <a:chExt cx="3693386" cy="6089184"/>
            </a:xfrm>
          </p:grpSpPr>
          <p:sp>
            <p:nvSpPr>
              <p:cNvPr id="18" name="Rechthoek 17">
                <a:extLst>
                  <a:ext uri="{FF2B5EF4-FFF2-40B4-BE49-F238E27FC236}">
                    <a16:creationId xmlns:a16="http://schemas.microsoft.com/office/drawing/2014/main" id="{FAB7A373-12F7-929E-DC22-FFE9188E6975}"/>
                  </a:ext>
                </a:extLst>
              </p:cNvPr>
              <p:cNvSpPr/>
              <p:nvPr userDrawn="1"/>
            </p:nvSpPr>
            <p:spPr>
              <a:xfrm>
                <a:off x="-3786437" y="0"/>
                <a:ext cx="3593091" cy="593666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Logo invoegen/opmaken</a:t>
                </a:r>
              </a:p>
            </p:txBody>
          </p:sp>
          <p:sp>
            <p:nvSpPr>
              <p:cNvPr id="19" name="Ovaal 18">
                <a:extLst>
                  <a:ext uri="{FF2B5EF4-FFF2-40B4-BE49-F238E27FC236}">
                    <a16:creationId xmlns:a16="http://schemas.microsoft.com/office/drawing/2014/main" id="{05B9A930-A1CA-2702-3D6D-0BCFA73C16C0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20" name="Rechthoek 19">
                <a:extLst>
                  <a:ext uri="{FF2B5EF4-FFF2-40B4-BE49-F238E27FC236}">
                    <a16:creationId xmlns:a16="http://schemas.microsoft.com/office/drawing/2014/main" id="{FC517425-BCA0-6DE5-60D1-57FDAE2180A8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het bestaande logo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 logo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2" name="Groep 21">
                <a:extLst>
                  <a:ext uri="{FF2B5EF4-FFF2-40B4-BE49-F238E27FC236}">
                    <a16:creationId xmlns:a16="http://schemas.microsoft.com/office/drawing/2014/main" id="{52CFE561-9EB9-F328-142D-044CFD9A4AD6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03D6EABB-3287-9036-0B78-40EAC73193FC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" name="Ovaal 194">
                  <a:extLst>
                    <a:ext uri="{FF2B5EF4-FFF2-40B4-BE49-F238E27FC236}">
                      <a16:creationId xmlns:a16="http://schemas.microsoft.com/office/drawing/2014/main" id="{B0F7166F-3408-F87A-7023-A95C85BBFC12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" name="Vrije vorm: vorm 195">
                  <a:extLst>
                    <a:ext uri="{FF2B5EF4-FFF2-40B4-BE49-F238E27FC236}">
                      <a16:creationId xmlns:a16="http://schemas.microsoft.com/office/drawing/2014/main" id="{A6091781-A7AA-2C8C-6C9E-A18D3CE9C903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7" name="Rechthoek: afgeronde hoeken 196">
                  <a:extLst>
                    <a:ext uri="{FF2B5EF4-FFF2-40B4-BE49-F238E27FC236}">
                      <a16:creationId xmlns:a16="http://schemas.microsoft.com/office/drawing/2014/main" id="{B9E527AD-58C3-35BC-63FE-116FF403D92B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98" name="Rechte verbindingslijn 197">
                  <a:extLst>
                    <a:ext uri="{FF2B5EF4-FFF2-40B4-BE49-F238E27FC236}">
                      <a16:creationId xmlns:a16="http://schemas.microsoft.com/office/drawing/2014/main" id="{765F63CC-C964-989D-5925-A8689EE457A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99" name="Rechte verbindingslijn 198">
                  <a:extLst>
                    <a:ext uri="{FF2B5EF4-FFF2-40B4-BE49-F238E27FC236}">
                      <a16:creationId xmlns:a16="http://schemas.microsoft.com/office/drawing/2014/main" id="{3A969AF8-47C4-99D0-5B4E-0566432E336D}"/>
                    </a:ext>
                  </a:extLst>
                </p:cNvPr>
                <p:cNvCxnSpPr>
                  <a:cxnSpLocks/>
                  <a:stCxn id="197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3" name="Ovaal 22">
                <a:extLst>
                  <a:ext uri="{FF2B5EF4-FFF2-40B4-BE49-F238E27FC236}">
                    <a16:creationId xmlns:a16="http://schemas.microsoft.com/office/drawing/2014/main" id="{3AE5B35D-7F76-0178-0469-6C65F957C180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4" name="Rechthoek 23">
                <a:extLst>
                  <a:ext uri="{FF2B5EF4-FFF2-40B4-BE49-F238E27FC236}">
                    <a16:creationId xmlns:a16="http://schemas.microsoft.com/office/drawing/2014/main" id="{185F7DD3-ABFC-5E97-F586-6CC9B744B7DB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het gewenste logo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25" name="Groep 24">
                <a:extLst>
                  <a:ext uri="{FF2B5EF4-FFF2-40B4-BE49-F238E27FC236}">
                    <a16:creationId xmlns:a16="http://schemas.microsoft.com/office/drawing/2014/main" id="{97F4ED85-974D-D04C-5347-E04B793AA0F1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91" name="Rechthoek 190">
                  <a:extLst>
                    <a:ext uri="{FF2B5EF4-FFF2-40B4-BE49-F238E27FC236}">
                      <a16:creationId xmlns:a16="http://schemas.microsoft.com/office/drawing/2014/main" id="{6CF23F78-808B-A9EE-3953-3CAAD54DCE0A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92" name="Rechte verbindingslijn 191">
                  <a:extLst>
                    <a:ext uri="{FF2B5EF4-FFF2-40B4-BE49-F238E27FC236}">
                      <a16:creationId xmlns:a16="http://schemas.microsoft.com/office/drawing/2014/main" id="{ABC30A90-C1F8-6D5E-7268-B630FF45AB1A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93" name="Gelijkbenige driehoek 192">
                  <a:extLst>
                    <a:ext uri="{FF2B5EF4-FFF2-40B4-BE49-F238E27FC236}">
                      <a16:creationId xmlns:a16="http://schemas.microsoft.com/office/drawing/2014/main" id="{BBF34ACD-7B8B-B1F7-15D4-8BEAAF6B5D97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6" name="Ovaal 25">
                <a:extLst>
                  <a:ext uri="{FF2B5EF4-FFF2-40B4-BE49-F238E27FC236}">
                    <a16:creationId xmlns:a16="http://schemas.microsoft.com/office/drawing/2014/main" id="{C962FD8B-84A3-9B7C-6C81-E8DD21E81032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C0B6087D-4182-676F-57E5-EEA3A719B4EE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80896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het logo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het logo en met de hoekjes het logokader.</a:t>
                </a:r>
              </a:p>
            </p:txBody>
          </p:sp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78B0DE47-99F4-BAA7-AF1D-64945C7E6805}"/>
                  </a:ext>
                </a:extLst>
              </p:cNvPr>
              <p:cNvGrpSpPr/>
              <p:nvPr userDrawn="1"/>
            </p:nvGrpSpPr>
            <p:grpSpPr>
              <a:xfrm>
                <a:off x="-3408294" y="3470504"/>
                <a:ext cx="622283" cy="612920"/>
                <a:chOff x="12617641" y="3403239"/>
                <a:chExt cx="752963" cy="741634"/>
              </a:xfrm>
            </p:grpSpPr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4EA7E607-E951-4F46-965D-F606F1BF60CF}"/>
                    </a:ext>
                  </a:extLst>
                </p:cNvPr>
                <p:cNvGrpSpPr/>
                <p:nvPr userDrawn="1"/>
              </p:nvGrpSpPr>
              <p:grpSpPr>
                <a:xfrm>
                  <a:off x="12771530" y="3403239"/>
                  <a:ext cx="467176" cy="448491"/>
                  <a:chOff x="12782157" y="3403239"/>
                  <a:chExt cx="467176" cy="448491"/>
                </a:xfrm>
              </p:grpSpPr>
              <p:grpSp>
                <p:nvGrpSpPr>
                  <p:cNvPr id="178" name="Groep 177">
                    <a:extLst>
                      <a:ext uri="{FF2B5EF4-FFF2-40B4-BE49-F238E27FC236}">
                        <a16:creationId xmlns:a16="http://schemas.microsoft.com/office/drawing/2014/main" id="{D997C425-6053-5955-CB2E-05DF2D2712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57" y="3403239"/>
                    <a:ext cx="412976" cy="396132"/>
                    <a:chOff x="13554906" y="3320109"/>
                    <a:chExt cx="443917" cy="425811"/>
                  </a:xfrm>
                </p:grpSpPr>
                <p:grpSp>
                  <p:nvGrpSpPr>
                    <p:cNvPr id="185" name="Groep 184">
                      <a:extLst>
                        <a:ext uri="{FF2B5EF4-FFF2-40B4-BE49-F238E27FC236}">
                          <a16:creationId xmlns:a16="http://schemas.microsoft.com/office/drawing/2014/main" id="{648D62F5-F12B-C53F-1419-E4596552FEA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7" cy="425811"/>
                      <a:chOff x="12909684" y="1276143"/>
                      <a:chExt cx="443917" cy="425811"/>
                    </a:xfrm>
                  </p:grpSpPr>
                  <p:sp>
                    <p:nvSpPr>
                      <p:cNvPr id="188" name="Rechthoek 187">
                        <a:extLst>
                          <a:ext uri="{FF2B5EF4-FFF2-40B4-BE49-F238E27FC236}">
                            <a16:creationId xmlns:a16="http://schemas.microsoft.com/office/drawing/2014/main" id="{6C4085AA-C503-2397-A71D-31C6D7BD795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9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89" name="Rechthoek 188">
                        <a:extLst>
                          <a:ext uri="{FF2B5EF4-FFF2-40B4-BE49-F238E27FC236}">
                            <a16:creationId xmlns:a16="http://schemas.microsoft.com/office/drawing/2014/main" id="{93DE5FB1-3E56-2692-080B-C51DE0AEB245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90" name="Ovaal 189">
                        <a:extLst>
                          <a:ext uri="{FF2B5EF4-FFF2-40B4-BE49-F238E27FC236}">
                            <a16:creationId xmlns:a16="http://schemas.microsoft.com/office/drawing/2014/main" id="{BE678FAF-1B39-69D8-7C77-9731B1A41C9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86" name="Afbeelding 185">
                      <a:extLst>
                        <a:ext uri="{FF2B5EF4-FFF2-40B4-BE49-F238E27FC236}">
                          <a16:creationId xmlns:a16="http://schemas.microsoft.com/office/drawing/2014/main" id="{05B85F80-42E6-446B-478C-ED41CF00475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1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7" name="Afbeelding 186">
                      <a:extLst>
                        <a:ext uri="{FF2B5EF4-FFF2-40B4-BE49-F238E27FC236}">
                          <a16:creationId xmlns:a16="http://schemas.microsoft.com/office/drawing/2014/main" id="{DC7EDF8A-5672-F118-13D8-3254B514AC8C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49265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79" name="Groep 178">
                    <a:extLst>
                      <a:ext uri="{FF2B5EF4-FFF2-40B4-BE49-F238E27FC236}">
                        <a16:creationId xmlns:a16="http://schemas.microsoft.com/office/drawing/2014/main" id="{9566F9FA-1075-5B5D-A462-4CD5D7B11D0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83" name="Rechthoek 182">
                      <a:extLst>
                        <a:ext uri="{FF2B5EF4-FFF2-40B4-BE49-F238E27FC236}">
                          <a16:creationId xmlns:a16="http://schemas.microsoft.com/office/drawing/2014/main" id="{8993DECA-6703-102A-4B7F-AF95C16FF1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4" name="Rechthoek 183">
                      <a:extLst>
                        <a:ext uri="{FF2B5EF4-FFF2-40B4-BE49-F238E27FC236}">
                          <a16:creationId xmlns:a16="http://schemas.microsoft.com/office/drawing/2014/main" id="{8B68B6BC-A04B-8E8E-3BD2-DACAB4ED4DA3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180" name="Groep 179">
                    <a:extLst>
                      <a:ext uri="{FF2B5EF4-FFF2-40B4-BE49-F238E27FC236}">
                        <a16:creationId xmlns:a16="http://schemas.microsoft.com/office/drawing/2014/main" id="{CA76D7A0-FC60-3FE4-61BE-359E013F487D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81" name="Rechthoek 180">
                      <a:extLst>
                        <a:ext uri="{FF2B5EF4-FFF2-40B4-BE49-F238E27FC236}">
                          <a16:creationId xmlns:a16="http://schemas.microsoft.com/office/drawing/2014/main" id="{CB99CB61-8F8C-BF17-C878-58ED33295BF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2" name="Rechthoek 181">
                      <a:extLst>
                        <a:ext uri="{FF2B5EF4-FFF2-40B4-BE49-F238E27FC236}">
                          <a16:creationId xmlns:a16="http://schemas.microsoft.com/office/drawing/2014/main" id="{EB9454C2-D449-95BE-CB49-FD4CFA0CC151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69" name="Rechthoek 68">
                  <a:extLst>
                    <a:ext uri="{FF2B5EF4-FFF2-40B4-BE49-F238E27FC236}">
                      <a16:creationId xmlns:a16="http://schemas.microsoft.com/office/drawing/2014/main" id="{2C8DFF3E-00E0-354F-290E-655177DDF34F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70" name="Gelijkbenige driehoek 69">
                  <a:extLst>
                    <a:ext uri="{FF2B5EF4-FFF2-40B4-BE49-F238E27FC236}">
                      <a16:creationId xmlns:a16="http://schemas.microsoft.com/office/drawing/2014/main" id="{BD5D6A75-18DC-01EC-DFB0-45B615E42F06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9" name="ICOON_info">
                <a:extLst>
                  <a:ext uri="{FF2B5EF4-FFF2-40B4-BE49-F238E27FC236}">
                    <a16:creationId xmlns:a16="http://schemas.microsoft.com/office/drawing/2014/main" id="{3E9A38ED-08CD-72FF-0CCD-F762E87552B1}"/>
                  </a:ext>
                </a:extLst>
              </p:cNvPr>
              <p:cNvGrpSpPr/>
              <p:nvPr userDrawn="1"/>
            </p:nvGrpSpPr>
            <p:grpSpPr>
              <a:xfrm>
                <a:off x="-376736" y="5805499"/>
                <a:ext cx="283685" cy="283685"/>
                <a:chOff x="-510741" y="5913713"/>
                <a:chExt cx="267555" cy="267555"/>
              </a:xfrm>
            </p:grpSpPr>
            <p:sp>
              <p:nvSpPr>
                <p:cNvPr id="66" name="Ovaal 65">
                  <a:extLst>
                    <a:ext uri="{FF2B5EF4-FFF2-40B4-BE49-F238E27FC236}">
                      <a16:creationId xmlns:a16="http://schemas.microsoft.com/office/drawing/2014/main" id="{4CA40968-B49D-DDFE-B3E6-B40E870CDA02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Graphic 163" descr="Informatie">
                  <a:extLst>
                    <a:ext uri="{FF2B5EF4-FFF2-40B4-BE49-F238E27FC236}">
                      <a16:creationId xmlns:a16="http://schemas.microsoft.com/office/drawing/2014/main" id="{C6216CAA-64CC-BC14-7AA4-B8AECB8F4537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1D29F17F-DD02-6B29-EEB9-9B2AFFFC76B1}"/>
                  </a:ext>
                </a:extLst>
              </p:cNvPr>
              <p:cNvSpPr/>
              <p:nvPr userDrawn="1"/>
            </p:nvSpPr>
            <p:spPr>
              <a:xfrm>
                <a:off x="-3603587" y="4267791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06507DBA-15DC-EDD1-7A1E-2A76F67E9DD2}"/>
                  </a:ext>
                </a:extLst>
              </p:cNvPr>
              <p:cNvSpPr/>
              <p:nvPr userDrawn="1"/>
            </p:nvSpPr>
            <p:spPr>
              <a:xfrm>
                <a:off x="-3319415" y="4267792"/>
                <a:ext cx="2944682" cy="8127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er voor te zorgen dat het logo in zijn originele verhouding staat, ga naar de tab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afbeeldingen’ – ‘Opmaak’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het pijltje onder de knop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Kies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‘Aanpassen’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6" name="Groep 35">
                <a:extLst>
                  <a:ext uri="{FF2B5EF4-FFF2-40B4-BE49-F238E27FC236}">
                    <a16:creationId xmlns:a16="http://schemas.microsoft.com/office/drawing/2014/main" id="{0ABAF810-08EF-FF7A-0850-6E00A7D40ABA}"/>
                  </a:ext>
                </a:extLst>
              </p:cNvPr>
              <p:cNvGrpSpPr/>
              <p:nvPr userDrawn="1"/>
            </p:nvGrpSpPr>
            <p:grpSpPr>
              <a:xfrm>
                <a:off x="-3314821" y="5192208"/>
                <a:ext cx="1108877" cy="563933"/>
                <a:chOff x="-3314821" y="3885197"/>
                <a:chExt cx="1108877" cy="563933"/>
              </a:xfrm>
            </p:grpSpPr>
            <p:sp>
              <p:nvSpPr>
                <p:cNvPr id="37" name="Rechthoek 36">
                  <a:extLst>
                    <a:ext uri="{FF2B5EF4-FFF2-40B4-BE49-F238E27FC236}">
                      <a16:creationId xmlns:a16="http://schemas.microsoft.com/office/drawing/2014/main" id="{491840A7-3F8D-D498-E037-F10674651E62}"/>
                    </a:ext>
                  </a:extLst>
                </p:cNvPr>
                <p:cNvSpPr/>
                <p:nvPr userDrawn="1"/>
              </p:nvSpPr>
              <p:spPr>
                <a:xfrm>
                  <a:off x="-3314821" y="3885197"/>
                  <a:ext cx="105560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8" name="Rechthoek 37">
                  <a:extLst>
                    <a:ext uri="{FF2B5EF4-FFF2-40B4-BE49-F238E27FC236}">
                      <a16:creationId xmlns:a16="http://schemas.microsoft.com/office/drawing/2014/main" id="{0FA9CB6B-DFFB-583D-D393-2D46F9540493}"/>
                    </a:ext>
                  </a:extLst>
                </p:cNvPr>
                <p:cNvSpPr/>
                <p:nvPr userDrawn="1"/>
              </p:nvSpPr>
              <p:spPr>
                <a:xfrm>
                  <a:off x="-3304718" y="4138922"/>
                  <a:ext cx="1043588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9" name="Tekstvak 38">
                  <a:extLst>
                    <a:ext uri="{FF2B5EF4-FFF2-40B4-BE49-F238E27FC236}">
                      <a16:creationId xmlns:a16="http://schemas.microsoft.com/office/drawing/2014/main" id="{A960D229-D918-2C28-1639-200B973F77C1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949098"/>
                  <a:ext cx="794156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Opvullen</a:t>
                  </a:r>
                </a:p>
              </p:txBody>
            </p:sp>
            <p:sp>
              <p:nvSpPr>
                <p:cNvPr id="40" name="Tekstvak 39">
                  <a:extLst>
                    <a:ext uri="{FF2B5EF4-FFF2-40B4-BE49-F238E27FC236}">
                      <a16:creationId xmlns:a16="http://schemas.microsoft.com/office/drawing/2014/main" id="{9281070C-56E1-FE63-5FC4-3D00D6A5FA3A}"/>
                    </a:ext>
                  </a:extLst>
                </p:cNvPr>
                <p:cNvSpPr txBox="1"/>
                <p:nvPr userDrawn="1"/>
              </p:nvSpPr>
              <p:spPr>
                <a:xfrm>
                  <a:off x="-3069819" y="4199018"/>
                  <a:ext cx="800912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Aanpassen</a:t>
                  </a:r>
                </a:p>
              </p:txBody>
            </p:sp>
            <p:sp>
              <p:nvSpPr>
                <p:cNvPr id="41" name="Vrije vorm: vorm 40">
                  <a:extLst>
                    <a:ext uri="{FF2B5EF4-FFF2-40B4-BE49-F238E27FC236}">
                      <a16:creationId xmlns:a16="http://schemas.microsoft.com/office/drawing/2014/main" id="{95502161-821F-C9E3-2703-15E2B3D38CDA}"/>
                    </a:ext>
                  </a:extLst>
                </p:cNvPr>
                <p:cNvSpPr/>
                <p:nvPr userDrawn="1"/>
              </p:nvSpPr>
              <p:spPr>
                <a:xfrm>
                  <a:off x="-2303506" y="426913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2" name="Groep 41">
                  <a:extLst>
                    <a:ext uri="{FF2B5EF4-FFF2-40B4-BE49-F238E27FC236}">
                      <a16:creationId xmlns:a16="http://schemas.microsoft.com/office/drawing/2014/main" id="{648EB5D0-ACC8-191B-1903-62A154AF2AD5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3946178"/>
                  <a:ext cx="184194" cy="143334"/>
                  <a:chOff x="6218544" y="2402421"/>
                  <a:chExt cx="144156" cy="112178"/>
                </a:xfrm>
              </p:grpSpPr>
              <p:sp>
                <p:nvSpPr>
                  <p:cNvPr id="48" name="Rechthoek 47">
                    <a:extLst>
                      <a:ext uri="{FF2B5EF4-FFF2-40B4-BE49-F238E27FC236}">
                        <a16:creationId xmlns:a16="http://schemas.microsoft.com/office/drawing/2014/main" id="{C8C15D17-3D77-B15E-DE82-FE30ADCE58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414588"/>
                    <a:ext cx="144156" cy="10001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47">
                    <a:extLst>
                      <a:ext uri="{FF2B5EF4-FFF2-40B4-BE49-F238E27FC236}">
                        <a16:creationId xmlns:a16="http://schemas.microsoft.com/office/drawing/2014/main" id="{FF8A2DC0-0CC4-A8C9-CA26-AD707FB0B1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24587" y="2445544"/>
                    <a:ext cx="95251" cy="6480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47">
                    <a:extLst>
                      <a:ext uri="{FF2B5EF4-FFF2-40B4-BE49-F238E27FC236}">
                        <a16:creationId xmlns:a16="http://schemas.microsoft.com/office/drawing/2014/main" id="{2C188B20-8CC5-7FA8-4EA5-2C6E6996A0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6025" y="2457450"/>
                    <a:ext cx="64294" cy="52388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Koorde 64">
                    <a:extLst>
                      <a:ext uri="{FF2B5EF4-FFF2-40B4-BE49-F238E27FC236}">
                        <a16:creationId xmlns:a16="http://schemas.microsoft.com/office/drawing/2014/main" id="{A1B4FF3F-1D16-9D13-6847-4DEF1A0C55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0536" y="2402421"/>
                    <a:ext cx="37785" cy="37785"/>
                  </a:xfrm>
                  <a:prstGeom prst="chord">
                    <a:avLst>
                      <a:gd name="adj1" fmla="val 21457318"/>
                      <a:gd name="adj2" fmla="val 11002272"/>
                    </a:avLst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3" name="Groep 42">
                  <a:extLst>
                    <a:ext uri="{FF2B5EF4-FFF2-40B4-BE49-F238E27FC236}">
                      <a16:creationId xmlns:a16="http://schemas.microsoft.com/office/drawing/2014/main" id="{11A36E19-0BED-9D2D-45F7-E59C16ADEA98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4199853"/>
                  <a:ext cx="184194" cy="124747"/>
                  <a:chOff x="6218544" y="2636044"/>
                  <a:chExt cx="144156" cy="97631"/>
                </a:xfrm>
              </p:grpSpPr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3F99836E-408C-7027-8C96-6130386480F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636044"/>
                    <a:ext cx="144156" cy="928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" name="Rechthoek 44">
                    <a:extLst>
                      <a:ext uri="{FF2B5EF4-FFF2-40B4-BE49-F238E27FC236}">
                        <a16:creationId xmlns:a16="http://schemas.microsoft.com/office/drawing/2014/main" id="{2D557782-29A7-9318-A80B-7866DB9D572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49409" y="2636045"/>
                    <a:ext cx="85725" cy="97630"/>
                  </a:xfrm>
                  <a:prstGeom prst="rect">
                    <a:avLst/>
                  </a:prstGeom>
                  <a:solidFill>
                    <a:srgbClr val="F0F0F0"/>
                  </a:solidFill>
                  <a:ln w="9525">
                    <a:solidFill>
                      <a:srgbClr val="B7B4B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" name="Ovaal 45">
                    <a:extLst>
                      <a:ext uri="{FF2B5EF4-FFF2-40B4-BE49-F238E27FC236}">
                        <a16:creationId xmlns:a16="http://schemas.microsoft.com/office/drawing/2014/main" id="{5281DF5A-B39F-3C2B-236C-42BFF2EF7B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7938" y="2655636"/>
                    <a:ext cx="21328" cy="21328"/>
                  </a:xfrm>
                  <a:prstGeom prst="ellipse">
                    <a:avLst/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7" name="Rechthoek 47">
                    <a:extLst>
                      <a:ext uri="{FF2B5EF4-FFF2-40B4-BE49-F238E27FC236}">
                        <a16:creationId xmlns:a16="http://schemas.microsoft.com/office/drawing/2014/main" id="{298BC6A4-6A84-A0C1-204D-EC05BCA250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61434" y="2675670"/>
                    <a:ext cx="45896" cy="3778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11" name="Groep 10">
              <a:extLst>
                <a:ext uri="{FF2B5EF4-FFF2-40B4-BE49-F238E27FC236}">
                  <a16:creationId xmlns:a16="http://schemas.microsoft.com/office/drawing/2014/main" id="{3BE75781-847C-FFB3-FED9-8327750A717B}"/>
                </a:ext>
              </a:extLst>
            </p:cNvPr>
            <p:cNvGrpSpPr/>
            <p:nvPr userDrawn="1"/>
          </p:nvGrpSpPr>
          <p:grpSpPr>
            <a:xfrm>
              <a:off x="-938434" y="6078858"/>
              <a:ext cx="627798" cy="576693"/>
              <a:chOff x="-938434" y="4570310"/>
              <a:chExt cx="627798" cy="576693"/>
            </a:xfrm>
          </p:grpSpPr>
          <p:grpSp>
            <p:nvGrpSpPr>
              <p:cNvPr id="13" name="Inspireren">
                <a:extLst>
                  <a:ext uri="{FF2B5EF4-FFF2-40B4-BE49-F238E27FC236}">
                    <a16:creationId xmlns:a16="http://schemas.microsoft.com/office/drawing/2014/main" id="{BD1B99D2-C49B-94C7-3C27-50DCB2F86C8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5" name="Freeform 12">
                  <a:extLst>
                    <a:ext uri="{FF2B5EF4-FFF2-40B4-BE49-F238E27FC236}">
                      <a16:creationId xmlns:a16="http://schemas.microsoft.com/office/drawing/2014/main" id="{981C6B26-94E4-5195-BF0C-687499A33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6" name="Freeform 13">
                  <a:extLst>
                    <a:ext uri="{FF2B5EF4-FFF2-40B4-BE49-F238E27FC236}">
                      <a16:creationId xmlns:a16="http://schemas.microsoft.com/office/drawing/2014/main" id="{FA9762E8-FB0B-6137-AF52-DDF8EA11CB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7" name="Freeform 14">
                  <a:extLst>
                    <a:ext uri="{FF2B5EF4-FFF2-40B4-BE49-F238E27FC236}">
                      <a16:creationId xmlns:a16="http://schemas.microsoft.com/office/drawing/2014/main" id="{5EB43E5E-8FAD-B0B0-C019-DD6D42DBB38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9B97ED2B-352C-0272-429F-9C7C02DBC80C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D9ACEDA2-27CE-EE69-023B-200D5487C019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48245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9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Textbox</a:t>
            </a:r>
            <a:r>
              <a:rPr kumimoji="0" lang="nl-NL" sz="16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 9x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7CD661F0-D71B-4814-71CF-AFEE20EFEA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089025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2542A473-DED3-61D6-2A31-BB6A924B6B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164" y="1228726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1</a:t>
            </a:r>
            <a:endParaRPr lang="nl-NL" dirty="0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6B428E27-A291-0647-468F-1309DA88CB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5860" y="2759604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3" name="Tijdelijke aanduiding voor tekst 9">
            <a:extLst>
              <a:ext uri="{FF2B5EF4-FFF2-40B4-BE49-F238E27FC236}">
                <a16:creationId xmlns:a16="http://schemas.microsoft.com/office/drawing/2014/main" id="{4ACFA16F-5AD5-8B33-F80B-5B2E2993C2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5164" y="2899305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4</a:t>
            </a:r>
            <a:endParaRPr lang="nl-NL" dirty="0"/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F2B477D6-B1BC-C718-36DA-53A2BF9CB3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5860" y="4430183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15" name="Tijdelijke aanduiding voor tekst 9">
            <a:extLst>
              <a:ext uri="{FF2B5EF4-FFF2-40B4-BE49-F238E27FC236}">
                <a16:creationId xmlns:a16="http://schemas.microsoft.com/office/drawing/2014/main" id="{8D25C34B-4E1E-0711-F440-AA0DA51B7A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5164" y="4569884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7</a:t>
            </a:r>
            <a:endParaRPr lang="nl-NL" dirty="0"/>
          </a:p>
        </p:txBody>
      </p:sp>
      <p:sp>
        <p:nvSpPr>
          <p:cNvPr id="22" name="Tijdelijke aanduiding voor tekst 8">
            <a:extLst>
              <a:ext uri="{FF2B5EF4-FFF2-40B4-BE49-F238E27FC236}">
                <a16:creationId xmlns:a16="http://schemas.microsoft.com/office/drawing/2014/main" id="{BBD7EB9C-CDF0-4F7A-5DAA-6FF5D9A01AB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66696" y="1089025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23" name="Tijdelijke aanduiding voor tekst 9">
            <a:extLst>
              <a:ext uri="{FF2B5EF4-FFF2-40B4-BE49-F238E27FC236}">
                <a16:creationId xmlns:a16="http://schemas.microsoft.com/office/drawing/2014/main" id="{CECD9258-FDB7-986F-68ED-C6B1768F4C6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6000" y="1228726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2</a:t>
            </a:r>
            <a:endParaRPr lang="nl-NL" dirty="0"/>
          </a:p>
        </p:txBody>
      </p:sp>
      <p:sp>
        <p:nvSpPr>
          <p:cNvPr id="24" name="Tijdelijke aanduiding voor tekst 8">
            <a:extLst>
              <a:ext uri="{FF2B5EF4-FFF2-40B4-BE49-F238E27FC236}">
                <a16:creationId xmlns:a16="http://schemas.microsoft.com/office/drawing/2014/main" id="{9E340C91-8C2F-B1D5-276D-7C8DB546D98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57088" y="1089025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25" name="Tijdelijke aanduiding voor tekst 9">
            <a:extLst>
              <a:ext uri="{FF2B5EF4-FFF2-40B4-BE49-F238E27FC236}">
                <a16:creationId xmlns:a16="http://schemas.microsoft.com/office/drawing/2014/main" id="{2F4F9317-5AFF-F962-58B2-2CFF36F5FAF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36393" y="1228726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3</a:t>
            </a:r>
            <a:endParaRPr lang="nl-NL" dirty="0"/>
          </a:p>
        </p:txBody>
      </p:sp>
      <p:sp>
        <p:nvSpPr>
          <p:cNvPr id="26" name="Tijdelijke aanduiding voor tekst 8">
            <a:extLst>
              <a:ext uri="{FF2B5EF4-FFF2-40B4-BE49-F238E27FC236}">
                <a16:creationId xmlns:a16="http://schemas.microsoft.com/office/drawing/2014/main" id="{DBCA437D-BB97-268D-AF84-824B3D0ACA8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66696" y="2759604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27" name="Tijdelijke aanduiding voor tekst 9">
            <a:extLst>
              <a:ext uri="{FF2B5EF4-FFF2-40B4-BE49-F238E27FC236}">
                <a16:creationId xmlns:a16="http://schemas.microsoft.com/office/drawing/2014/main" id="{F493838F-2A08-AE75-C208-FE75505A20E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546000" y="2899305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5</a:t>
            </a:r>
            <a:endParaRPr lang="nl-NL" dirty="0"/>
          </a:p>
        </p:txBody>
      </p:sp>
      <p:sp>
        <p:nvSpPr>
          <p:cNvPr id="28" name="Tijdelijke aanduiding voor tekst 8">
            <a:extLst>
              <a:ext uri="{FF2B5EF4-FFF2-40B4-BE49-F238E27FC236}">
                <a16:creationId xmlns:a16="http://schemas.microsoft.com/office/drawing/2014/main" id="{7B4E12EE-F628-4B55-D659-6610A0974D8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57088" y="2759604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29" name="Tijdelijke aanduiding voor tekst 9">
            <a:extLst>
              <a:ext uri="{FF2B5EF4-FFF2-40B4-BE49-F238E27FC236}">
                <a16:creationId xmlns:a16="http://schemas.microsoft.com/office/drawing/2014/main" id="{9B932709-8F5B-06F1-6276-243790CE7BC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6393" y="2899305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6</a:t>
            </a:r>
            <a:endParaRPr lang="nl-NL" dirty="0"/>
          </a:p>
        </p:txBody>
      </p:sp>
      <p:sp>
        <p:nvSpPr>
          <p:cNvPr id="33" name="Tijdelijke aanduiding voor tekst 8">
            <a:extLst>
              <a:ext uri="{FF2B5EF4-FFF2-40B4-BE49-F238E27FC236}">
                <a16:creationId xmlns:a16="http://schemas.microsoft.com/office/drawing/2014/main" id="{91F91BAA-79DE-87E7-B5ED-52FC53D7A63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66696" y="4430183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34" name="Tijdelijke aanduiding voor tekst 9">
            <a:extLst>
              <a:ext uri="{FF2B5EF4-FFF2-40B4-BE49-F238E27FC236}">
                <a16:creationId xmlns:a16="http://schemas.microsoft.com/office/drawing/2014/main" id="{7B442857-311F-EBD6-6FA2-D43EC62E4EB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46000" y="4569884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8</a:t>
            </a:r>
            <a:endParaRPr lang="nl-NL" dirty="0"/>
          </a:p>
        </p:txBody>
      </p:sp>
      <p:sp>
        <p:nvSpPr>
          <p:cNvPr id="36" name="Tijdelijke aanduiding voor tekst 8">
            <a:extLst>
              <a:ext uri="{FF2B5EF4-FFF2-40B4-BE49-F238E27FC236}">
                <a16:creationId xmlns:a16="http://schemas.microsoft.com/office/drawing/2014/main" id="{070EA341-78B1-4BE6-409A-12F991E5D3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57088" y="4430183"/>
            <a:ext cx="3258607" cy="1338792"/>
          </a:xfrm>
          <a:solidFill>
            <a:schemeClr val="bg1"/>
          </a:solidFill>
        </p:spPr>
        <p:txBody>
          <a:bodyPr lIns="468000" tIns="144000" rIns="144000" bIns="1440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400" cap="all" baseline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000">
                <a:solidFill>
                  <a:schemeClr val="tx1"/>
                </a:solidFill>
              </a:defRPr>
            </a:lvl2pPr>
            <a:lvl3pPr marL="536575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1">
                <a:solidFill>
                  <a:schemeClr val="bg1"/>
                </a:solidFill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Omschrijving</a:t>
            </a:r>
          </a:p>
        </p:txBody>
      </p:sp>
      <p:sp>
        <p:nvSpPr>
          <p:cNvPr id="37" name="Tijdelijke aanduiding voor tekst 9">
            <a:extLst>
              <a:ext uri="{FF2B5EF4-FFF2-40B4-BE49-F238E27FC236}">
                <a16:creationId xmlns:a16="http://schemas.microsoft.com/office/drawing/2014/main" id="{0D9B903A-CAC6-3E83-15EF-E6ED717050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36393" y="4569884"/>
            <a:ext cx="301624" cy="338196"/>
          </a:xfrm>
        </p:spPr>
        <p:txBody>
          <a:bodyPr/>
          <a:lstStyle>
            <a:lvl1pPr marL="0" indent="0" algn="r"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/>
              <a:t>9</a:t>
            </a:r>
            <a:endParaRPr lang="nl-NL" dirty="0"/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3CB71A3E-B635-8738-C010-A8447899B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3750869B-F94B-8FA1-6F77-C13D0DDD52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2D59EFB-5C9D-7240-F207-61C8EA96537D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33607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4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Textbox 9x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3"/>
            <a:ext cx="119836" cy="4679951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0F00D7E-0D16-1251-E778-CB92F5BEFF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089026"/>
            <a:ext cx="2381647" cy="4679950"/>
          </a:xfrm>
          <a:custGeom>
            <a:avLst/>
            <a:gdLst>
              <a:gd name="connsiteX0" fmla="*/ 0 w 2381647"/>
              <a:gd name="connsiteY0" fmla="*/ 0 h 3887787"/>
              <a:gd name="connsiteX1" fmla="*/ 2381647 w 2381647"/>
              <a:gd name="connsiteY1" fmla="*/ 0 h 3887787"/>
              <a:gd name="connsiteX2" fmla="*/ 2381647 w 2381647"/>
              <a:gd name="connsiteY2" fmla="*/ 3887787 h 3887787"/>
              <a:gd name="connsiteX3" fmla="*/ 0 w 2381647"/>
              <a:gd name="connsiteY3" fmla="*/ 3887787 h 38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647" h="3887787">
                <a:moveTo>
                  <a:pt x="0" y="0"/>
                </a:moveTo>
                <a:lnTo>
                  <a:pt x="2381647" y="0"/>
                </a:lnTo>
                <a:lnTo>
                  <a:pt x="2381647" y="3887787"/>
                </a:lnTo>
                <a:lnTo>
                  <a:pt x="0" y="38877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14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15154BA-8A2C-438A-D0F2-A4D38FE0853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61923" y="1089026"/>
            <a:ext cx="2381647" cy="4679950"/>
          </a:xfrm>
          <a:custGeom>
            <a:avLst/>
            <a:gdLst>
              <a:gd name="connsiteX0" fmla="*/ 0 w 2381647"/>
              <a:gd name="connsiteY0" fmla="*/ 0 h 3887787"/>
              <a:gd name="connsiteX1" fmla="*/ 2381647 w 2381647"/>
              <a:gd name="connsiteY1" fmla="*/ 0 h 3887787"/>
              <a:gd name="connsiteX2" fmla="*/ 2381647 w 2381647"/>
              <a:gd name="connsiteY2" fmla="*/ 3887787 h 3887787"/>
              <a:gd name="connsiteX3" fmla="*/ 0 w 2381647"/>
              <a:gd name="connsiteY3" fmla="*/ 3887787 h 38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647" h="3887787">
                <a:moveTo>
                  <a:pt x="0" y="0"/>
                </a:moveTo>
                <a:lnTo>
                  <a:pt x="2381647" y="0"/>
                </a:lnTo>
                <a:lnTo>
                  <a:pt x="2381647" y="3887787"/>
                </a:lnTo>
                <a:lnTo>
                  <a:pt x="0" y="38877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14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D8A879F1-6ECC-140C-A8F2-9CAE0C5BABC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47986" y="1089026"/>
            <a:ext cx="2381647" cy="4679950"/>
          </a:xfrm>
          <a:custGeom>
            <a:avLst/>
            <a:gdLst>
              <a:gd name="connsiteX0" fmla="*/ 0 w 2381647"/>
              <a:gd name="connsiteY0" fmla="*/ 0 h 3887787"/>
              <a:gd name="connsiteX1" fmla="*/ 2381647 w 2381647"/>
              <a:gd name="connsiteY1" fmla="*/ 0 h 3887787"/>
              <a:gd name="connsiteX2" fmla="*/ 2381647 w 2381647"/>
              <a:gd name="connsiteY2" fmla="*/ 3887787 h 3887787"/>
              <a:gd name="connsiteX3" fmla="*/ 0 w 2381647"/>
              <a:gd name="connsiteY3" fmla="*/ 3887787 h 38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647" h="3887787">
                <a:moveTo>
                  <a:pt x="0" y="0"/>
                </a:moveTo>
                <a:lnTo>
                  <a:pt x="2381647" y="0"/>
                </a:lnTo>
                <a:lnTo>
                  <a:pt x="2381647" y="3887787"/>
                </a:lnTo>
                <a:lnTo>
                  <a:pt x="0" y="38877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14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49CC97E3-2D08-223E-4369-DC5B9393DAB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934049" y="1089026"/>
            <a:ext cx="2381647" cy="4679950"/>
          </a:xfrm>
          <a:custGeom>
            <a:avLst/>
            <a:gdLst>
              <a:gd name="connsiteX0" fmla="*/ 0 w 2381647"/>
              <a:gd name="connsiteY0" fmla="*/ 0 h 3887787"/>
              <a:gd name="connsiteX1" fmla="*/ 2381647 w 2381647"/>
              <a:gd name="connsiteY1" fmla="*/ 0 h 3887787"/>
              <a:gd name="connsiteX2" fmla="*/ 2381647 w 2381647"/>
              <a:gd name="connsiteY2" fmla="*/ 3887787 h 3887787"/>
              <a:gd name="connsiteX3" fmla="*/ 0 w 2381647"/>
              <a:gd name="connsiteY3" fmla="*/ 3887787 h 38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647" h="3887787">
                <a:moveTo>
                  <a:pt x="0" y="0"/>
                </a:moveTo>
                <a:lnTo>
                  <a:pt x="2381647" y="0"/>
                </a:lnTo>
                <a:lnTo>
                  <a:pt x="2381647" y="3887787"/>
                </a:lnTo>
                <a:lnTo>
                  <a:pt x="0" y="38877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1400" b="0" i="1">
                <a:latin typeface="Source Serif 4 SemiBold" panose="02040603050405020204" pitchFamily="18" charset="0"/>
                <a:ea typeface="Source Serif 4 SemiBold" panose="02040603050405020204" pitchFamily="18" charset="0"/>
              </a:defRPr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85" name="Titel 2">
            <a:extLst>
              <a:ext uri="{FF2B5EF4-FFF2-40B4-BE49-F238E27FC236}">
                <a16:creationId xmlns:a16="http://schemas.microsoft.com/office/drawing/2014/main" id="{E33B8B9A-B227-235E-DDB9-A10DB07FCD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86" name="Tijdelijke aanduiding voor tekst 4">
            <a:extLst>
              <a:ext uri="{FF2B5EF4-FFF2-40B4-BE49-F238E27FC236}">
                <a16:creationId xmlns:a16="http://schemas.microsoft.com/office/drawing/2014/main" id="{627AFC90-0603-C7F4-864F-CE4B626868C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C18998DC-B7A4-14D5-CE16-F548084E1DA7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7D31EA7E-4C44-7B50-6C3D-BBF7C79FDB1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E2BC591D-75B5-5438-2F37-16C7706A6B8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93BD9863-F76C-C8CF-79B9-DA8D0B915EC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C577710B-3CCA-2D37-930E-F0CA3ED4884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D90B39D-F8E0-54BC-B346-83635E4E44F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5C5CDD1D-97DE-8A13-BA24-854FDFB536F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E5C97046-D5A7-4724-DBE5-BD84BA12DC3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ED18D25F-0D24-BA21-18B7-B042F64C260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44B41287-8BDE-4494-2108-17FF890F789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3BA4AAE1-63B2-9CB9-FFB3-58CEDB47F428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74F2A4CD-3074-8E47-1938-D2249C39D58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E5AC7BE6-6666-D10D-FA03-E4AF8F210234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5340CC75-7BBE-0C08-9156-73958CB2E842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B9E8B269-691B-FF6C-0774-248521875D90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E1385EA6-A248-46B3-BEDC-EF65E612C76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3840FB9A-98CB-9300-6F72-1B5B020E2DB1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E0CF2573-8ACA-D0B0-63EF-EA3F11A5353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7038AD95-8E9A-EBF7-9A23-1BC377E06AB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69691A0D-D3CB-1757-D9EC-23F28A3C52A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E07B77EA-1E3A-2E1A-23B9-F31E48AF25E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560E748A-AB6D-C11B-04AD-B153F4FD408E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0CB74DC6-B64C-16F1-24F5-378D46D72115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6" name="Ovaal 155">
                <a:extLst>
                  <a:ext uri="{FF2B5EF4-FFF2-40B4-BE49-F238E27FC236}">
                    <a16:creationId xmlns:a16="http://schemas.microsoft.com/office/drawing/2014/main" id="{FF96A41C-2044-30CE-15BD-D414B7F5B51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Graphic 163" descr="Informatie">
                <a:extLst>
                  <a:ext uri="{FF2B5EF4-FFF2-40B4-BE49-F238E27FC236}">
                    <a16:creationId xmlns:a16="http://schemas.microsoft.com/office/drawing/2014/main" id="{E155259D-6639-99C4-F195-5F752B6101D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9" name="VOORBEELD">
              <a:extLst>
                <a:ext uri="{FF2B5EF4-FFF2-40B4-BE49-F238E27FC236}">
                  <a16:creationId xmlns:a16="http://schemas.microsoft.com/office/drawing/2014/main" id="{A4D4B569-FCCA-D364-6EC4-3225FD4476B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50FAE70F-1901-3163-1C91-F97A0AE2209A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2EA5FCF7-17F2-DE3D-44E7-A2597C2395A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8" name="Groep 117">
                <a:extLst>
                  <a:ext uri="{FF2B5EF4-FFF2-40B4-BE49-F238E27FC236}">
                    <a16:creationId xmlns:a16="http://schemas.microsoft.com/office/drawing/2014/main" id="{2D8A6145-1B8D-AC6E-A4A1-D29D4AA33D7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9" name="Groep 148">
                  <a:extLst>
                    <a:ext uri="{FF2B5EF4-FFF2-40B4-BE49-F238E27FC236}">
                      <a16:creationId xmlns:a16="http://schemas.microsoft.com/office/drawing/2014/main" id="{C1472121-BC69-01A1-9B36-A5FD8D76625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D6466B47-E4FF-9DB1-0F17-58688B229C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100AA738-75A9-E69F-CDCA-3266DB663A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C0F1EA24-1517-5EAD-595E-225A0E379C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B5FDC9B1-7F93-7216-462B-BA37E08EE4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5D4F56D2-E114-7BD1-E61F-67D9F179A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0" name="Pijl: rechts 149">
                  <a:extLst>
                    <a:ext uri="{FF2B5EF4-FFF2-40B4-BE49-F238E27FC236}">
                      <a16:creationId xmlns:a16="http://schemas.microsoft.com/office/drawing/2014/main" id="{9A5DC4C4-55DB-B5E7-1ACD-BF3930A1A7E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FD983748-559B-A850-798B-573210254C7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2" name="Groep 141">
                  <a:extLst>
                    <a:ext uri="{FF2B5EF4-FFF2-40B4-BE49-F238E27FC236}">
                      <a16:creationId xmlns:a16="http://schemas.microsoft.com/office/drawing/2014/main" id="{04ABB446-9F1A-DB85-F1BC-C849A59670D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D7ED681A-A033-5F75-CCCC-A5CFDB19D4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36430822-6DDF-CE2A-FB3C-54D62D593FB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A4022A1C-CE0A-7C7D-FEE3-7F8AB7F456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D7BD84A8-0713-FABF-6CFA-F65A008B10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FD47CA18-2B8B-CE1A-49CF-A7DBCD6C15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3" name="Pijl: rechts 142">
                  <a:extLst>
                    <a:ext uri="{FF2B5EF4-FFF2-40B4-BE49-F238E27FC236}">
                      <a16:creationId xmlns:a16="http://schemas.microsoft.com/office/drawing/2014/main" id="{8BAF01E7-34EC-6335-5665-D7A61EBAE38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1F645795-E214-0F9E-1BA2-4D0CB60CEC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1" name="Rechte verbindingslijn 120">
                <a:extLst>
                  <a:ext uri="{FF2B5EF4-FFF2-40B4-BE49-F238E27FC236}">
                    <a16:creationId xmlns:a16="http://schemas.microsoft.com/office/drawing/2014/main" id="{56678CAD-EF3E-5CB9-39D0-EE597BC645D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387DD439-6DDE-0A27-92F2-63449772E6C5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9193B977-CD00-A160-3ED0-7F900C81FFB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4" name="Groep 123">
                <a:extLst>
                  <a:ext uri="{FF2B5EF4-FFF2-40B4-BE49-F238E27FC236}">
                    <a16:creationId xmlns:a16="http://schemas.microsoft.com/office/drawing/2014/main" id="{77AAFFE3-863C-8791-0AD7-7A70CC9FABD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4C45A8EC-4456-E124-7F3B-384742F9B6D8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5" name="Groep 134">
                  <a:extLst>
                    <a:ext uri="{FF2B5EF4-FFF2-40B4-BE49-F238E27FC236}">
                      <a16:creationId xmlns:a16="http://schemas.microsoft.com/office/drawing/2014/main" id="{E1404009-BF67-69B9-C5A6-A20A73993FD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97D101C5-F74E-6597-7B68-BFFE338AC8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DF254D34-84A7-8114-7D06-96DB4F64C1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EB2CB6DE-039F-A8E1-2672-3A352B1FAE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77BB4244-F6CF-9D9D-0BCE-4FEA9A0022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11913E49-3E7D-FAA1-7790-DD21488A78C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6" name="Pijl: rechts 135">
                  <a:extLst>
                    <a:ext uri="{FF2B5EF4-FFF2-40B4-BE49-F238E27FC236}">
                      <a16:creationId xmlns:a16="http://schemas.microsoft.com/office/drawing/2014/main" id="{A2086E8A-B580-74B4-5C36-39916834A2F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5" name="Groep 124">
                <a:extLst>
                  <a:ext uri="{FF2B5EF4-FFF2-40B4-BE49-F238E27FC236}">
                    <a16:creationId xmlns:a16="http://schemas.microsoft.com/office/drawing/2014/main" id="{A134E8E9-B7B4-714F-7938-719CE5452F6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6" name="Rechthoek 125">
                  <a:extLst>
                    <a:ext uri="{FF2B5EF4-FFF2-40B4-BE49-F238E27FC236}">
                      <a16:creationId xmlns:a16="http://schemas.microsoft.com/office/drawing/2014/main" id="{1FFB695F-BEE0-2B01-587D-BC7DB2A6D30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7" name="Groep 126">
                  <a:extLst>
                    <a:ext uri="{FF2B5EF4-FFF2-40B4-BE49-F238E27FC236}">
                      <a16:creationId xmlns:a16="http://schemas.microsoft.com/office/drawing/2014/main" id="{D8482951-11F4-18F3-024A-84DC888FE23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90F9264C-A68E-C3BD-0AC0-F0BE614720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CBCF0A67-712F-B411-10F6-ED10DB63A7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1FB931F5-CF34-EACE-2AD7-1B698705CD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95E8A13A-2353-0E28-214D-B7DC222BB2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AD230F30-EF8A-ED20-4EEC-C63AF08E889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8" name="Pijl: rechts 127">
                  <a:extLst>
                    <a:ext uri="{FF2B5EF4-FFF2-40B4-BE49-F238E27FC236}">
                      <a16:creationId xmlns:a16="http://schemas.microsoft.com/office/drawing/2014/main" id="{89649F76-F1F6-5362-4B06-155716FC225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0" name="Groep 109">
              <a:extLst>
                <a:ext uri="{FF2B5EF4-FFF2-40B4-BE49-F238E27FC236}">
                  <a16:creationId xmlns:a16="http://schemas.microsoft.com/office/drawing/2014/main" id="{2997263E-865B-EC77-104B-41DD9818C1D8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1" name="Inspireren">
                <a:extLst>
                  <a:ext uri="{FF2B5EF4-FFF2-40B4-BE49-F238E27FC236}">
                    <a16:creationId xmlns:a16="http://schemas.microsoft.com/office/drawing/2014/main" id="{1C1D5F5D-D67D-7E34-18EB-42D955C4B86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3" name="Freeform 12">
                  <a:extLst>
                    <a:ext uri="{FF2B5EF4-FFF2-40B4-BE49-F238E27FC236}">
                      <a16:creationId xmlns:a16="http://schemas.microsoft.com/office/drawing/2014/main" id="{5D99BB5A-00A4-DB3D-AB47-4CB34EED48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14" name="Freeform 13">
                  <a:extLst>
                    <a:ext uri="{FF2B5EF4-FFF2-40B4-BE49-F238E27FC236}">
                      <a16:creationId xmlns:a16="http://schemas.microsoft.com/office/drawing/2014/main" id="{733D051B-A322-2F9D-4719-1B0966365B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15" name="Freeform 14">
                  <a:extLst>
                    <a:ext uri="{FF2B5EF4-FFF2-40B4-BE49-F238E27FC236}">
                      <a16:creationId xmlns:a16="http://schemas.microsoft.com/office/drawing/2014/main" id="{A439F1BD-358D-1C1D-E50B-64168A214D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112" name="Tekstvak 111">
                <a:extLst>
                  <a:ext uri="{FF2B5EF4-FFF2-40B4-BE49-F238E27FC236}">
                    <a16:creationId xmlns:a16="http://schemas.microsoft.com/office/drawing/2014/main" id="{7815A65B-90CE-1D8C-4E0A-93CD7993E578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0773CB-C055-466F-FA4E-5C1C62723510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310083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's 30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Logo’s 30x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691034" y="6688143"/>
            <a:ext cx="169282" cy="111714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A1DEC3A6-157F-5D4B-FB21-542208098FBD}"/>
              </a:ext>
            </a:extLst>
          </p:cNvPr>
          <p:cNvSpPr>
            <a:spLocks noGrp="1"/>
          </p:cNvSpPr>
          <p:nvPr>
            <p:ph type="pic" idx="33" hasCustomPrompt="1"/>
          </p:nvPr>
        </p:nvSpPr>
        <p:spPr>
          <a:xfrm>
            <a:off x="1055766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7D16ADDD-6CBF-F644-D19E-39CD6426802F}"/>
              </a:ext>
            </a:extLst>
          </p:cNvPr>
          <p:cNvSpPr>
            <a:spLocks noGrp="1"/>
          </p:cNvSpPr>
          <p:nvPr>
            <p:ph type="pic" idx="36" hasCustomPrompt="1"/>
          </p:nvPr>
        </p:nvSpPr>
        <p:spPr>
          <a:xfrm>
            <a:off x="2814606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F9D1FA7-BB59-5519-F628-F6C2B51FEC94}"/>
              </a:ext>
            </a:extLst>
          </p:cNvPr>
          <p:cNvSpPr>
            <a:spLocks noGrp="1"/>
          </p:cNvSpPr>
          <p:nvPr>
            <p:ph type="pic" idx="37" hasCustomPrompt="1"/>
          </p:nvPr>
        </p:nvSpPr>
        <p:spPr>
          <a:xfrm>
            <a:off x="4573447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D376A599-84E5-0F5D-A338-8321E8EA4374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6332287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65EF2A93-5647-6D6B-AC76-73F567A4B151}"/>
              </a:ext>
            </a:extLst>
          </p:cNvPr>
          <p:cNvSpPr>
            <a:spLocks noGrp="1"/>
          </p:cNvSpPr>
          <p:nvPr>
            <p:ph type="pic" idx="39" hasCustomPrompt="1"/>
          </p:nvPr>
        </p:nvSpPr>
        <p:spPr>
          <a:xfrm>
            <a:off x="8091126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3" name="Picture Placeholder 2">
            <a:extLst>
              <a:ext uri="{FF2B5EF4-FFF2-40B4-BE49-F238E27FC236}">
                <a16:creationId xmlns:a16="http://schemas.microsoft.com/office/drawing/2014/main" id="{08B3300D-9754-1BA4-270D-96586C9D70CC}"/>
              </a:ext>
            </a:extLst>
          </p:cNvPr>
          <p:cNvSpPr>
            <a:spLocks noGrp="1"/>
          </p:cNvSpPr>
          <p:nvPr>
            <p:ph type="pic" idx="40" hasCustomPrompt="1"/>
          </p:nvPr>
        </p:nvSpPr>
        <p:spPr>
          <a:xfrm>
            <a:off x="9849964" y="127683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87E4CFE9-8AC5-2577-A525-73EE572492CC}"/>
              </a:ext>
            </a:extLst>
          </p:cNvPr>
          <p:cNvSpPr>
            <a:spLocks noGrp="1"/>
          </p:cNvSpPr>
          <p:nvPr>
            <p:ph type="pic" idx="41" hasCustomPrompt="1"/>
          </p:nvPr>
        </p:nvSpPr>
        <p:spPr>
          <a:xfrm>
            <a:off x="1055766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5" name="Picture Placeholder 2">
            <a:extLst>
              <a:ext uri="{FF2B5EF4-FFF2-40B4-BE49-F238E27FC236}">
                <a16:creationId xmlns:a16="http://schemas.microsoft.com/office/drawing/2014/main" id="{26693A97-93D4-7792-D316-0EC666855F01}"/>
              </a:ext>
            </a:extLst>
          </p:cNvPr>
          <p:cNvSpPr>
            <a:spLocks noGrp="1"/>
          </p:cNvSpPr>
          <p:nvPr>
            <p:ph type="pic" idx="42" hasCustomPrompt="1"/>
          </p:nvPr>
        </p:nvSpPr>
        <p:spPr>
          <a:xfrm>
            <a:off x="2814606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6" name="Picture Placeholder 2">
            <a:extLst>
              <a:ext uri="{FF2B5EF4-FFF2-40B4-BE49-F238E27FC236}">
                <a16:creationId xmlns:a16="http://schemas.microsoft.com/office/drawing/2014/main" id="{AAABA8DD-F366-DCD4-6DAF-CEC90AF02A69}"/>
              </a:ext>
            </a:extLst>
          </p:cNvPr>
          <p:cNvSpPr>
            <a:spLocks noGrp="1"/>
          </p:cNvSpPr>
          <p:nvPr>
            <p:ph type="pic" idx="43" hasCustomPrompt="1"/>
          </p:nvPr>
        </p:nvSpPr>
        <p:spPr>
          <a:xfrm>
            <a:off x="4573447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7" name="Picture Placeholder 2">
            <a:extLst>
              <a:ext uri="{FF2B5EF4-FFF2-40B4-BE49-F238E27FC236}">
                <a16:creationId xmlns:a16="http://schemas.microsoft.com/office/drawing/2014/main" id="{94783BEF-1C2E-E1BE-3A04-934E167884D8}"/>
              </a:ext>
            </a:extLst>
          </p:cNvPr>
          <p:cNvSpPr>
            <a:spLocks noGrp="1"/>
          </p:cNvSpPr>
          <p:nvPr>
            <p:ph type="pic" idx="44" hasCustomPrompt="1"/>
          </p:nvPr>
        </p:nvSpPr>
        <p:spPr>
          <a:xfrm>
            <a:off x="6332287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8" name="Picture Placeholder 2">
            <a:extLst>
              <a:ext uri="{FF2B5EF4-FFF2-40B4-BE49-F238E27FC236}">
                <a16:creationId xmlns:a16="http://schemas.microsoft.com/office/drawing/2014/main" id="{24CA90B8-4329-5136-50CD-0DD8317E7D9E}"/>
              </a:ext>
            </a:extLst>
          </p:cNvPr>
          <p:cNvSpPr>
            <a:spLocks noGrp="1"/>
          </p:cNvSpPr>
          <p:nvPr>
            <p:ph type="pic" idx="45" hasCustomPrompt="1"/>
          </p:nvPr>
        </p:nvSpPr>
        <p:spPr>
          <a:xfrm>
            <a:off x="8091126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77BD7934-114D-7916-33F7-1B37BDC9C353}"/>
              </a:ext>
            </a:extLst>
          </p:cNvPr>
          <p:cNvSpPr>
            <a:spLocks noGrp="1"/>
          </p:cNvSpPr>
          <p:nvPr>
            <p:ph type="pic" idx="46" hasCustomPrompt="1"/>
          </p:nvPr>
        </p:nvSpPr>
        <p:spPr>
          <a:xfrm>
            <a:off x="9849964" y="2236398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C4CA732D-0944-49EA-3E0D-9A39BE305E7A}"/>
              </a:ext>
            </a:extLst>
          </p:cNvPr>
          <p:cNvSpPr>
            <a:spLocks noGrp="1"/>
          </p:cNvSpPr>
          <p:nvPr>
            <p:ph type="pic" idx="47" hasCustomPrompt="1"/>
          </p:nvPr>
        </p:nvSpPr>
        <p:spPr>
          <a:xfrm>
            <a:off x="1055766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21E8E85F-E3F5-3095-22AD-94BBA8CEF58B}"/>
              </a:ext>
            </a:extLst>
          </p:cNvPr>
          <p:cNvSpPr>
            <a:spLocks noGrp="1"/>
          </p:cNvSpPr>
          <p:nvPr>
            <p:ph type="pic" idx="48" hasCustomPrompt="1"/>
          </p:nvPr>
        </p:nvSpPr>
        <p:spPr>
          <a:xfrm>
            <a:off x="2814606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2" name="Picture Placeholder 2">
            <a:extLst>
              <a:ext uri="{FF2B5EF4-FFF2-40B4-BE49-F238E27FC236}">
                <a16:creationId xmlns:a16="http://schemas.microsoft.com/office/drawing/2014/main" id="{808EB832-7BFF-BE82-1097-209280A0FECC}"/>
              </a:ext>
            </a:extLst>
          </p:cNvPr>
          <p:cNvSpPr>
            <a:spLocks noGrp="1"/>
          </p:cNvSpPr>
          <p:nvPr>
            <p:ph type="pic" idx="49" hasCustomPrompt="1"/>
          </p:nvPr>
        </p:nvSpPr>
        <p:spPr>
          <a:xfrm>
            <a:off x="4573447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D8AF46AC-DB93-111D-A5A8-7A9436FD49D1}"/>
              </a:ext>
            </a:extLst>
          </p:cNvPr>
          <p:cNvSpPr>
            <a:spLocks noGrp="1"/>
          </p:cNvSpPr>
          <p:nvPr>
            <p:ph type="pic" idx="50" hasCustomPrompt="1"/>
          </p:nvPr>
        </p:nvSpPr>
        <p:spPr>
          <a:xfrm>
            <a:off x="6332287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DB025D71-0333-123D-BAA0-AF6E9DA0875B}"/>
              </a:ext>
            </a:extLst>
          </p:cNvPr>
          <p:cNvSpPr>
            <a:spLocks noGrp="1"/>
          </p:cNvSpPr>
          <p:nvPr>
            <p:ph type="pic" idx="51" hasCustomPrompt="1"/>
          </p:nvPr>
        </p:nvSpPr>
        <p:spPr>
          <a:xfrm>
            <a:off x="8091126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5" name="Picture Placeholder 2">
            <a:extLst>
              <a:ext uri="{FF2B5EF4-FFF2-40B4-BE49-F238E27FC236}">
                <a16:creationId xmlns:a16="http://schemas.microsoft.com/office/drawing/2014/main" id="{BDC67D38-B88A-42EF-348E-CAA9B9E888B8}"/>
              </a:ext>
            </a:extLst>
          </p:cNvPr>
          <p:cNvSpPr>
            <a:spLocks noGrp="1"/>
          </p:cNvSpPr>
          <p:nvPr>
            <p:ph type="pic" idx="52" hasCustomPrompt="1"/>
          </p:nvPr>
        </p:nvSpPr>
        <p:spPr>
          <a:xfrm>
            <a:off x="9849964" y="319596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6" name="Picture Placeholder 2">
            <a:extLst>
              <a:ext uri="{FF2B5EF4-FFF2-40B4-BE49-F238E27FC236}">
                <a16:creationId xmlns:a16="http://schemas.microsoft.com/office/drawing/2014/main" id="{066D6443-A052-64A8-B2F8-BBB0F388CD60}"/>
              </a:ext>
            </a:extLst>
          </p:cNvPr>
          <p:cNvSpPr>
            <a:spLocks noGrp="1"/>
          </p:cNvSpPr>
          <p:nvPr>
            <p:ph type="pic" idx="53" hasCustomPrompt="1"/>
          </p:nvPr>
        </p:nvSpPr>
        <p:spPr>
          <a:xfrm>
            <a:off x="1055766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7" name="Picture Placeholder 2">
            <a:extLst>
              <a:ext uri="{FF2B5EF4-FFF2-40B4-BE49-F238E27FC236}">
                <a16:creationId xmlns:a16="http://schemas.microsoft.com/office/drawing/2014/main" id="{2A01B2DF-BA1B-C206-B659-F208E33F3EB8}"/>
              </a:ext>
            </a:extLst>
          </p:cNvPr>
          <p:cNvSpPr>
            <a:spLocks noGrp="1"/>
          </p:cNvSpPr>
          <p:nvPr>
            <p:ph type="pic" idx="54" hasCustomPrompt="1"/>
          </p:nvPr>
        </p:nvSpPr>
        <p:spPr>
          <a:xfrm>
            <a:off x="2814606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8" name="Picture Placeholder 2">
            <a:extLst>
              <a:ext uri="{FF2B5EF4-FFF2-40B4-BE49-F238E27FC236}">
                <a16:creationId xmlns:a16="http://schemas.microsoft.com/office/drawing/2014/main" id="{27215220-FEFE-2FAB-40DD-E41EC6E244F6}"/>
              </a:ext>
            </a:extLst>
          </p:cNvPr>
          <p:cNvSpPr>
            <a:spLocks noGrp="1"/>
          </p:cNvSpPr>
          <p:nvPr>
            <p:ph type="pic" idx="55" hasCustomPrompt="1"/>
          </p:nvPr>
        </p:nvSpPr>
        <p:spPr>
          <a:xfrm>
            <a:off x="4573447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9" name="Picture Placeholder 2">
            <a:extLst>
              <a:ext uri="{FF2B5EF4-FFF2-40B4-BE49-F238E27FC236}">
                <a16:creationId xmlns:a16="http://schemas.microsoft.com/office/drawing/2014/main" id="{5C052BE7-1AC4-9E41-A0A2-C7F442454E73}"/>
              </a:ext>
            </a:extLst>
          </p:cNvPr>
          <p:cNvSpPr>
            <a:spLocks noGrp="1"/>
          </p:cNvSpPr>
          <p:nvPr>
            <p:ph type="pic" idx="56" hasCustomPrompt="1"/>
          </p:nvPr>
        </p:nvSpPr>
        <p:spPr>
          <a:xfrm>
            <a:off x="6332287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0" name="Picture Placeholder 2">
            <a:extLst>
              <a:ext uri="{FF2B5EF4-FFF2-40B4-BE49-F238E27FC236}">
                <a16:creationId xmlns:a16="http://schemas.microsoft.com/office/drawing/2014/main" id="{EE008B6A-30D2-86BA-93FE-DE067F961BDB}"/>
              </a:ext>
            </a:extLst>
          </p:cNvPr>
          <p:cNvSpPr>
            <a:spLocks noGrp="1"/>
          </p:cNvSpPr>
          <p:nvPr>
            <p:ph type="pic" idx="57" hasCustomPrompt="1"/>
          </p:nvPr>
        </p:nvSpPr>
        <p:spPr>
          <a:xfrm>
            <a:off x="8091126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62A091F3-23AA-5EAF-F049-02AF16F3072D}"/>
              </a:ext>
            </a:extLst>
          </p:cNvPr>
          <p:cNvSpPr>
            <a:spLocks noGrp="1"/>
          </p:cNvSpPr>
          <p:nvPr>
            <p:ph type="pic" idx="58" hasCustomPrompt="1"/>
          </p:nvPr>
        </p:nvSpPr>
        <p:spPr>
          <a:xfrm>
            <a:off x="9849964" y="4155520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2" name="Picture Placeholder 2">
            <a:extLst>
              <a:ext uri="{FF2B5EF4-FFF2-40B4-BE49-F238E27FC236}">
                <a16:creationId xmlns:a16="http://schemas.microsoft.com/office/drawing/2014/main" id="{63646356-2E24-CE15-94B4-23570D396B8A}"/>
              </a:ext>
            </a:extLst>
          </p:cNvPr>
          <p:cNvSpPr>
            <a:spLocks noGrp="1"/>
          </p:cNvSpPr>
          <p:nvPr>
            <p:ph type="pic" idx="59" hasCustomPrompt="1"/>
          </p:nvPr>
        </p:nvSpPr>
        <p:spPr>
          <a:xfrm>
            <a:off x="1055766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3" name="Picture Placeholder 2">
            <a:extLst>
              <a:ext uri="{FF2B5EF4-FFF2-40B4-BE49-F238E27FC236}">
                <a16:creationId xmlns:a16="http://schemas.microsoft.com/office/drawing/2014/main" id="{98FD6DE8-7E6B-F819-C878-615F745350E8}"/>
              </a:ext>
            </a:extLst>
          </p:cNvPr>
          <p:cNvSpPr>
            <a:spLocks noGrp="1"/>
          </p:cNvSpPr>
          <p:nvPr>
            <p:ph type="pic" idx="60" hasCustomPrompt="1"/>
          </p:nvPr>
        </p:nvSpPr>
        <p:spPr>
          <a:xfrm>
            <a:off x="2814606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4" name="Picture Placeholder 2">
            <a:extLst>
              <a:ext uri="{FF2B5EF4-FFF2-40B4-BE49-F238E27FC236}">
                <a16:creationId xmlns:a16="http://schemas.microsoft.com/office/drawing/2014/main" id="{5B51B18E-2E11-2F59-4DF9-D7D86C2DE5D5}"/>
              </a:ext>
            </a:extLst>
          </p:cNvPr>
          <p:cNvSpPr>
            <a:spLocks noGrp="1"/>
          </p:cNvSpPr>
          <p:nvPr>
            <p:ph type="pic" idx="61" hasCustomPrompt="1"/>
          </p:nvPr>
        </p:nvSpPr>
        <p:spPr>
          <a:xfrm>
            <a:off x="4573447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5" name="Picture Placeholder 2">
            <a:extLst>
              <a:ext uri="{FF2B5EF4-FFF2-40B4-BE49-F238E27FC236}">
                <a16:creationId xmlns:a16="http://schemas.microsoft.com/office/drawing/2014/main" id="{598AD9FD-4816-5A35-E160-497C8DEF3B54}"/>
              </a:ext>
            </a:extLst>
          </p:cNvPr>
          <p:cNvSpPr>
            <a:spLocks noGrp="1"/>
          </p:cNvSpPr>
          <p:nvPr>
            <p:ph type="pic" idx="62" hasCustomPrompt="1"/>
          </p:nvPr>
        </p:nvSpPr>
        <p:spPr>
          <a:xfrm>
            <a:off x="6332287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6" name="Picture Placeholder 2">
            <a:extLst>
              <a:ext uri="{FF2B5EF4-FFF2-40B4-BE49-F238E27FC236}">
                <a16:creationId xmlns:a16="http://schemas.microsoft.com/office/drawing/2014/main" id="{515397AA-1887-C0D0-CD24-4077E86C89B3}"/>
              </a:ext>
            </a:extLst>
          </p:cNvPr>
          <p:cNvSpPr>
            <a:spLocks noGrp="1"/>
          </p:cNvSpPr>
          <p:nvPr>
            <p:ph type="pic" idx="63" hasCustomPrompt="1"/>
          </p:nvPr>
        </p:nvSpPr>
        <p:spPr>
          <a:xfrm>
            <a:off x="8091126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7" name="Picture Placeholder 2">
            <a:extLst>
              <a:ext uri="{FF2B5EF4-FFF2-40B4-BE49-F238E27FC236}">
                <a16:creationId xmlns:a16="http://schemas.microsoft.com/office/drawing/2014/main" id="{891D2864-E914-1BCD-0C6B-09A6FB7D9338}"/>
              </a:ext>
            </a:extLst>
          </p:cNvPr>
          <p:cNvSpPr>
            <a:spLocks noGrp="1"/>
          </p:cNvSpPr>
          <p:nvPr>
            <p:ph type="pic" idx="64" hasCustomPrompt="1"/>
          </p:nvPr>
        </p:nvSpPr>
        <p:spPr>
          <a:xfrm>
            <a:off x="9849964" y="5115081"/>
            <a:ext cx="1293660" cy="466080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5" name="Titel 2">
            <a:extLst>
              <a:ext uri="{FF2B5EF4-FFF2-40B4-BE49-F238E27FC236}">
                <a16:creationId xmlns:a16="http://schemas.microsoft.com/office/drawing/2014/main" id="{FCFBF86C-0F6B-754D-81E2-923B9042A7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46" name="Tijdelijke aanduiding voor tekst 4">
            <a:extLst>
              <a:ext uri="{FF2B5EF4-FFF2-40B4-BE49-F238E27FC236}">
                <a16:creationId xmlns:a16="http://schemas.microsoft.com/office/drawing/2014/main" id="{711651E8-FD76-5CEF-9A69-406F5E6B2B6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9920E04D-2EFC-DA2A-B6F1-2110964C4C88}"/>
              </a:ext>
            </a:extLst>
          </p:cNvPr>
          <p:cNvGrpSpPr/>
          <p:nvPr userDrawn="1"/>
        </p:nvGrpSpPr>
        <p:grpSpPr>
          <a:xfrm>
            <a:off x="12377595" y="0"/>
            <a:ext cx="3693386" cy="6769481"/>
            <a:chOff x="-3786437" y="0"/>
            <a:chExt cx="3693386" cy="676948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91A153C1-5EA4-D291-9ECF-102D279280AE}"/>
                </a:ext>
              </a:extLst>
            </p:cNvPr>
            <p:cNvSpPr/>
            <p:nvPr userDrawn="1"/>
          </p:nvSpPr>
          <p:spPr>
            <a:xfrm>
              <a:off x="-3786437" y="594148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5" name="INSTRUCTIES">
              <a:extLst>
                <a:ext uri="{FF2B5EF4-FFF2-40B4-BE49-F238E27FC236}">
                  <a16:creationId xmlns:a16="http://schemas.microsoft.com/office/drawing/2014/main" id="{2142021E-4435-40F5-C2B7-5D32EE83B615}"/>
                </a:ext>
              </a:extLst>
            </p:cNvPr>
            <p:cNvGrpSpPr/>
            <p:nvPr userDrawn="1"/>
          </p:nvGrpSpPr>
          <p:grpSpPr>
            <a:xfrm>
              <a:off x="-3786437" y="0"/>
              <a:ext cx="3693386" cy="6089184"/>
              <a:chOff x="-3786437" y="0"/>
              <a:chExt cx="3693386" cy="6089184"/>
            </a:xfrm>
          </p:grpSpPr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45131EAC-683A-2436-F43E-5322C0F472D5}"/>
                  </a:ext>
                </a:extLst>
              </p:cNvPr>
              <p:cNvSpPr/>
              <p:nvPr userDrawn="1"/>
            </p:nvSpPr>
            <p:spPr>
              <a:xfrm>
                <a:off x="-3786437" y="0"/>
                <a:ext cx="3593091" cy="593666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Logo invoegen/opmaken</a:t>
                </a: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00BCB383-D6EB-0989-17F6-ADEE39A4CF15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D0150010-A615-4560-5F7D-33D784E93376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het bestaande logo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 logo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453A2D26-79D1-C9AA-12FB-A80B04AD0EA6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63" name="Rechthoek 162">
                  <a:extLst>
                    <a:ext uri="{FF2B5EF4-FFF2-40B4-BE49-F238E27FC236}">
                      <a16:creationId xmlns:a16="http://schemas.microsoft.com/office/drawing/2014/main" id="{26C4E71E-30E5-F66B-C689-250D45A1103D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4" name="Ovaal 163">
                  <a:extLst>
                    <a:ext uri="{FF2B5EF4-FFF2-40B4-BE49-F238E27FC236}">
                      <a16:creationId xmlns:a16="http://schemas.microsoft.com/office/drawing/2014/main" id="{C6E3F703-C7CB-7EF2-747A-E8C50E57174A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5" name="Vrije vorm: vorm 164">
                  <a:extLst>
                    <a:ext uri="{FF2B5EF4-FFF2-40B4-BE49-F238E27FC236}">
                      <a16:creationId xmlns:a16="http://schemas.microsoft.com/office/drawing/2014/main" id="{BEBE7279-E308-BF34-8D91-B598C7055148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6" name="Rechthoek: afgeronde hoeken 165">
                  <a:extLst>
                    <a:ext uri="{FF2B5EF4-FFF2-40B4-BE49-F238E27FC236}">
                      <a16:creationId xmlns:a16="http://schemas.microsoft.com/office/drawing/2014/main" id="{768527E3-70CB-7675-8A13-77069431A233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67" name="Rechte verbindingslijn 166">
                  <a:extLst>
                    <a:ext uri="{FF2B5EF4-FFF2-40B4-BE49-F238E27FC236}">
                      <a16:creationId xmlns:a16="http://schemas.microsoft.com/office/drawing/2014/main" id="{2A927436-1FAD-D5BF-4EC8-6EF40436C74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8" name="Rechte verbindingslijn 167">
                  <a:extLst>
                    <a:ext uri="{FF2B5EF4-FFF2-40B4-BE49-F238E27FC236}">
                      <a16:creationId xmlns:a16="http://schemas.microsoft.com/office/drawing/2014/main" id="{DB28B96A-1F9A-7336-8152-3C05224476BB}"/>
                    </a:ext>
                  </a:extLst>
                </p:cNvPr>
                <p:cNvCxnSpPr>
                  <a:cxnSpLocks/>
                  <a:stCxn id="166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10FE33F1-7C1E-FDDE-9DA0-296D4C359806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7744DA33-0CA0-0D96-A198-9730AABC9659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het gewenste logo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1D80C474-F321-BA51-486C-53F76DDBD3DB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59" name="Rechthoek 158">
                  <a:extLst>
                    <a:ext uri="{FF2B5EF4-FFF2-40B4-BE49-F238E27FC236}">
                      <a16:creationId xmlns:a16="http://schemas.microsoft.com/office/drawing/2014/main" id="{39A03CFA-641F-C38D-7901-FBD484481560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61" name="Rechte verbindingslijn 160">
                  <a:extLst>
                    <a:ext uri="{FF2B5EF4-FFF2-40B4-BE49-F238E27FC236}">
                      <a16:creationId xmlns:a16="http://schemas.microsoft.com/office/drawing/2014/main" id="{932DCBC1-6F27-7142-E47B-16448994C554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62" name="Gelijkbenige driehoek 161">
                  <a:extLst>
                    <a:ext uri="{FF2B5EF4-FFF2-40B4-BE49-F238E27FC236}">
                      <a16:creationId xmlns:a16="http://schemas.microsoft.com/office/drawing/2014/main" id="{CA2F4B0B-D463-9989-25FE-4FB6916D8FB3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AE9D16A3-87FE-8C05-46CC-2A8576CB7364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8A19EC83-77CF-B270-E6CE-F6FEF6DAE232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80896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het logo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het logo en met de hoekjes het logokader.</a:t>
                </a:r>
              </a:p>
            </p:txBody>
          </p: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23374996-EE21-9060-29CC-8635815EA4A4}"/>
                  </a:ext>
                </a:extLst>
              </p:cNvPr>
              <p:cNvGrpSpPr/>
              <p:nvPr userDrawn="1"/>
            </p:nvGrpSpPr>
            <p:grpSpPr>
              <a:xfrm>
                <a:off x="-3408294" y="3470504"/>
                <a:ext cx="622283" cy="612920"/>
                <a:chOff x="12617641" y="3403239"/>
                <a:chExt cx="752963" cy="741634"/>
              </a:xfrm>
            </p:grpSpPr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6B52F6D1-7753-C75B-8329-65F78CA8EF65}"/>
                    </a:ext>
                  </a:extLst>
                </p:cNvPr>
                <p:cNvGrpSpPr/>
                <p:nvPr userDrawn="1"/>
              </p:nvGrpSpPr>
              <p:grpSpPr>
                <a:xfrm>
                  <a:off x="12771530" y="3403239"/>
                  <a:ext cx="467176" cy="448491"/>
                  <a:chOff x="12782157" y="3403239"/>
                  <a:chExt cx="467176" cy="448491"/>
                </a:xfrm>
              </p:grpSpPr>
              <p:grpSp>
                <p:nvGrpSpPr>
                  <p:cNvPr id="101" name="Groep 100">
                    <a:extLst>
                      <a:ext uri="{FF2B5EF4-FFF2-40B4-BE49-F238E27FC236}">
                        <a16:creationId xmlns:a16="http://schemas.microsoft.com/office/drawing/2014/main" id="{CB5CB5B4-A3C6-8DE6-7767-9960C4C158F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57" y="3403239"/>
                    <a:ext cx="412976" cy="396132"/>
                    <a:chOff x="13554906" y="3320109"/>
                    <a:chExt cx="443917" cy="425811"/>
                  </a:xfrm>
                </p:grpSpPr>
                <p:grpSp>
                  <p:nvGrpSpPr>
                    <p:cNvPr id="153" name="Groep 152">
                      <a:extLst>
                        <a:ext uri="{FF2B5EF4-FFF2-40B4-BE49-F238E27FC236}">
                          <a16:creationId xmlns:a16="http://schemas.microsoft.com/office/drawing/2014/main" id="{F4685256-502A-AEA8-D83E-98778D396CA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7" cy="425811"/>
                      <a:chOff x="12909684" y="1276143"/>
                      <a:chExt cx="443917" cy="425811"/>
                    </a:xfrm>
                  </p:grpSpPr>
                  <p:sp>
                    <p:nvSpPr>
                      <p:cNvPr id="156" name="Rechthoek 155">
                        <a:extLst>
                          <a:ext uri="{FF2B5EF4-FFF2-40B4-BE49-F238E27FC236}">
                            <a16:creationId xmlns:a16="http://schemas.microsoft.com/office/drawing/2014/main" id="{20FF92D4-A4D6-FC43-CF55-475C3156235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9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57" name="Rechthoek 156">
                        <a:extLst>
                          <a:ext uri="{FF2B5EF4-FFF2-40B4-BE49-F238E27FC236}">
                            <a16:creationId xmlns:a16="http://schemas.microsoft.com/office/drawing/2014/main" id="{55D39457-2E9D-4D4E-C084-DEBA8B37AB0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58" name="Ovaal 157">
                        <a:extLst>
                          <a:ext uri="{FF2B5EF4-FFF2-40B4-BE49-F238E27FC236}">
                            <a16:creationId xmlns:a16="http://schemas.microsoft.com/office/drawing/2014/main" id="{0821BB45-DD88-0D19-9BC3-AD25635FF13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54" name="Afbeelding 153">
                      <a:extLst>
                        <a:ext uri="{FF2B5EF4-FFF2-40B4-BE49-F238E27FC236}">
                          <a16:creationId xmlns:a16="http://schemas.microsoft.com/office/drawing/2014/main" id="{DD445180-81B9-8D93-F942-A3B783115BEC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1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5" name="Afbeelding 154">
                      <a:extLst>
                        <a:ext uri="{FF2B5EF4-FFF2-40B4-BE49-F238E27FC236}">
                          <a16:creationId xmlns:a16="http://schemas.microsoft.com/office/drawing/2014/main" id="{0E10E519-3A40-45D7-DF23-387B3401E984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49265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47" name="Groep 146">
                    <a:extLst>
                      <a:ext uri="{FF2B5EF4-FFF2-40B4-BE49-F238E27FC236}">
                        <a16:creationId xmlns:a16="http://schemas.microsoft.com/office/drawing/2014/main" id="{A83DA1F4-424F-C1F1-A755-8D823506A75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51" name="Rechthoek 150">
                      <a:extLst>
                        <a:ext uri="{FF2B5EF4-FFF2-40B4-BE49-F238E27FC236}">
                          <a16:creationId xmlns:a16="http://schemas.microsoft.com/office/drawing/2014/main" id="{67828A1F-70D9-90CE-49AA-062CD66898A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2" name="Rechthoek 151">
                      <a:extLst>
                        <a:ext uri="{FF2B5EF4-FFF2-40B4-BE49-F238E27FC236}">
                          <a16:creationId xmlns:a16="http://schemas.microsoft.com/office/drawing/2014/main" id="{88718377-C927-503E-CEB4-EBEBD0AFC7AF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148" name="Groep 147">
                    <a:extLst>
                      <a:ext uri="{FF2B5EF4-FFF2-40B4-BE49-F238E27FC236}">
                        <a16:creationId xmlns:a16="http://schemas.microsoft.com/office/drawing/2014/main" id="{DDCE3A29-0911-500A-8C99-72980AE8C4D9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49" name="Rechthoek 148">
                      <a:extLst>
                        <a:ext uri="{FF2B5EF4-FFF2-40B4-BE49-F238E27FC236}">
                          <a16:creationId xmlns:a16="http://schemas.microsoft.com/office/drawing/2014/main" id="{8BB2E783-9EF5-6410-F31B-F4D15268566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0" name="Rechthoek 149">
                      <a:extLst>
                        <a:ext uri="{FF2B5EF4-FFF2-40B4-BE49-F238E27FC236}">
                          <a16:creationId xmlns:a16="http://schemas.microsoft.com/office/drawing/2014/main" id="{C0BEBEAD-BA72-1368-FE87-43028BA2BFA5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99" name="Rechthoek 98">
                  <a:extLst>
                    <a:ext uri="{FF2B5EF4-FFF2-40B4-BE49-F238E27FC236}">
                      <a16:creationId xmlns:a16="http://schemas.microsoft.com/office/drawing/2014/main" id="{EF7FD2CD-5B1F-0093-D24B-1B667C5D47C4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100" name="Gelijkbenige driehoek 99">
                  <a:extLst>
                    <a:ext uri="{FF2B5EF4-FFF2-40B4-BE49-F238E27FC236}">
                      <a16:creationId xmlns:a16="http://schemas.microsoft.com/office/drawing/2014/main" id="{449483C8-D683-815D-0AB8-D48F9EC47F7E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3" name="ICOON_info">
                <a:extLst>
                  <a:ext uri="{FF2B5EF4-FFF2-40B4-BE49-F238E27FC236}">
                    <a16:creationId xmlns:a16="http://schemas.microsoft.com/office/drawing/2014/main" id="{F29972F1-FF9F-4D2C-FA8C-C724F1C591D8}"/>
                  </a:ext>
                </a:extLst>
              </p:cNvPr>
              <p:cNvGrpSpPr/>
              <p:nvPr userDrawn="1"/>
            </p:nvGrpSpPr>
            <p:grpSpPr>
              <a:xfrm>
                <a:off x="-376736" y="5805499"/>
                <a:ext cx="283685" cy="283685"/>
                <a:chOff x="-510741" y="5913713"/>
                <a:chExt cx="267555" cy="267555"/>
              </a:xfrm>
            </p:grpSpPr>
            <p:sp>
              <p:nvSpPr>
                <p:cNvPr id="66" name="Ovaal 65">
                  <a:extLst>
                    <a:ext uri="{FF2B5EF4-FFF2-40B4-BE49-F238E27FC236}">
                      <a16:creationId xmlns:a16="http://schemas.microsoft.com/office/drawing/2014/main" id="{C0C66141-C3C6-4884-EA8A-6FAEF82842D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Graphic 163" descr="Informatie">
                  <a:extLst>
                    <a:ext uri="{FF2B5EF4-FFF2-40B4-BE49-F238E27FC236}">
                      <a16:creationId xmlns:a16="http://schemas.microsoft.com/office/drawing/2014/main" id="{0D9C5C9D-14D7-DA28-FDCC-05331959B21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Ovaal 43">
                <a:extLst>
                  <a:ext uri="{FF2B5EF4-FFF2-40B4-BE49-F238E27FC236}">
                    <a16:creationId xmlns:a16="http://schemas.microsoft.com/office/drawing/2014/main" id="{407BBCCE-B6BC-F1A5-90B1-4AA1F11FCAA3}"/>
                  </a:ext>
                </a:extLst>
              </p:cNvPr>
              <p:cNvSpPr/>
              <p:nvPr userDrawn="1"/>
            </p:nvSpPr>
            <p:spPr>
              <a:xfrm>
                <a:off x="-3603587" y="4267791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68263E30-7772-2438-E79C-A4B57AF2ABDC}"/>
                  </a:ext>
                </a:extLst>
              </p:cNvPr>
              <p:cNvSpPr/>
              <p:nvPr userDrawn="1"/>
            </p:nvSpPr>
            <p:spPr>
              <a:xfrm>
                <a:off x="-3319415" y="4267792"/>
                <a:ext cx="2944682" cy="8127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er voor te zorgen dat het logo in zijn originele verhouding staat, ga naar de tab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afbeeldingen’ – ‘Opmaak’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het pijltje onder de knop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Kies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‘Aanpassen’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8CDDD324-6250-C9CC-40D1-C51F0E3CFF7D}"/>
                  </a:ext>
                </a:extLst>
              </p:cNvPr>
              <p:cNvGrpSpPr/>
              <p:nvPr userDrawn="1"/>
            </p:nvGrpSpPr>
            <p:grpSpPr>
              <a:xfrm>
                <a:off x="-3314821" y="5192208"/>
                <a:ext cx="1108877" cy="563933"/>
                <a:chOff x="-3314821" y="3885197"/>
                <a:chExt cx="1108877" cy="563933"/>
              </a:xfrm>
            </p:grpSpPr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5472979C-A8FA-5257-BE34-1508C92B8C3D}"/>
                    </a:ext>
                  </a:extLst>
                </p:cNvPr>
                <p:cNvSpPr/>
                <p:nvPr userDrawn="1"/>
              </p:nvSpPr>
              <p:spPr>
                <a:xfrm>
                  <a:off x="-3314821" y="3885197"/>
                  <a:ext cx="105560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" name="Rechthoek 48">
                  <a:extLst>
                    <a:ext uri="{FF2B5EF4-FFF2-40B4-BE49-F238E27FC236}">
                      <a16:creationId xmlns:a16="http://schemas.microsoft.com/office/drawing/2014/main" id="{E6EBA205-43B7-7B22-97BC-B9FB0125623C}"/>
                    </a:ext>
                  </a:extLst>
                </p:cNvPr>
                <p:cNvSpPr/>
                <p:nvPr userDrawn="1"/>
              </p:nvSpPr>
              <p:spPr>
                <a:xfrm>
                  <a:off x="-3304718" y="4138922"/>
                  <a:ext cx="1043588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" name="Tekstvak 49">
                  <a:extLst>
                    <a:ext uri="{FF2B5EF4-FFF2-40B4-BE49-F238E27FC236}">
                      <a16:creationId xmlns:a16="http://schemas.microsoft.com/office/drawing/2014/main" id="{5DC866C7-20F8-1520-6F22-D4642297BE5B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949098"/>
                  <a:ext cx="794156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Opvullen</a:t>
                  </a:r>
                </a:p>
              </p:txBody>
            </p:sp>
            <p:sp>
              <p:nvSpPr>
                <p:cNvPr id="51" name="Tekstvak 50">
                  <a:extLst>
                    <a:ext uri="{FF2B5EF4-FFF2-40B4-BE49-F238E27FC236}">
                      <a16:creationId xmlns:a16="http://schemas.microsoft.com/office/drawing/2014/main" id="{E2666D10-83CB-35BE-FABF-549EBEFDF4AB}"/>
                    </a:ext>
                  </a:extLst>
                </p:cNvPr>
                <p:cNvSpPr txBox="1"/>
                <p:nvPr userDrawn="1"/>
              </p:nvSpPr>
              <p:spPr>
                <a:xfrm>
                  <a:off x="-3069819" y="4199018"/>
                  <a:ext cx="800912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Aanpassen</a:t>
                  </a:r>
                </a:p>
              </p:txBody>
            </p:sp>
            <p:sp>
              <p:nvSpPr>
                <p:cNvPr id="53" name="Vrije vorm: vorm 52">
                  <a:extLst>
                    <a:ext uri="{FF2B5EF4-FFF2-40B4-BE49-F238E27FC236}">
                      <a16:creationId xmlns:a16="http://schemas.microsoft.com/office/drawing/2014/main" id="{BA448FA5-CDE6-F7FF-D906-9C9D36BD0844}"/>
                    </a:ext>
                  </a:extLst>
                </p:cNvPr>
                <p:cNvSpPr/>
                <p:nvPr userDrawn="1"/>
              </p:nvSpPr>
              <p:spPr>
                <a:xfrm>
                  <a:off x="-2303506" y="426913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C3763E86-D9C6-A2E6-46B1-114D67463A3D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3946178"/>
                  <a:ext cx="184194" cy="143334"/>
                  <a:chOff x="6218544" y="2402421"/>
                  <a:chExt cx="144156" cy="112178"/>
                </a:xfrm>
              </p:grpSpPr>
              <p:sp>
                <p:nvSpPr>
                  <p:cNvPr id="61" name="Rechthoek 60">
                    <a:extLst>
                      <a:ext uri="{FF2B5EF4-FFF2-40B4-BE49-F238E27FC236}">
                        <a16:creationId xmlns:a16="http://schemas.microsoft.com/office/drawing/2014/main" id="{4009EC20-8FF0-912C-5E5B-95E2D895A3A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414588"/>
                    <a:ext cx="144156" cy="10001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47">
                    <a:extLst>
                      <a:ext uri="{FF2B5EF4-FFF2-40B4-BE49-F238E27FC236}">
                        <a16:creationId xmlns:a16="http://schemas.microsoft.com/office/drawing/2014/main" id="{1E9A5B1D-CBB3-E9A2-D9F5-DA6CED7B6A0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24587" y="2445544"/>
                    <a:ext cx="95251" cy="6480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47">
                    <a:extLst>
                      <a:ext uri="{FF2B5EF4-FFF2-40B4-BE49-F238E27FC236}">
                        <a16:creationId xmlns:a16="http://schemas.microsoft.com/office/drawing/2014/main" id="{3D8DB52D-FA32-9097-5FE6-E4FC01D040F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6025" y="2457450"/>
                    <a:ext cx="64294" cy="52388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Koorde 64">
                    <a:extLst>
                      <a:ext uri="{FF2B5EF4-FFF2-40B4-BE49-F238E27FC236}">
                        <a16:creationId xmlns:a16="http://schemas.microsoft.com/office/drawing/2014/main" id="{B7F4FE1D-14AA-683B-C7B9-E4796CB9294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0536" y="2402421"/>
                    <a:ext cx="37785" cy="37785"/>
                  </a:xfrm>
                  <a:prstGeom prst="chord">
                    <a:avLst>
                      <a:gd name="adj1" fmla="val 21457318"/>
                      <a:gd name="adj2" fmla="val 11002272"/>
                    </a:avLst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EEC71B4F-93ED-EAD9-6356-67E158149335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4199853"/>
                  <a:ext cx="184194" cy="124747"/>
                  <a:chOff x="6218544" y="2636044"/>
                  <a:chExt cx="144156" cy="97631"/>
                </a:xfrm>
              </p:grpSpPr>
              <p:sp>
                <p:nvSpPr>
                  <p:cNvPr id="56" name="Rechthoek 55">
                    <a:extLst>
                      <a:ext uri="{FF2B5EF4-FFF2-40B4-BE49-F238E27FC236}">
                        <a16:creationId xmlns:a16="http://schemas.microsoft.com/office/drawing/2014/main" id="{BDFEEB0C-A9D0-8979-D245-8C7E5F08E8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636044"/>
                    <a:ext cx="144156" cy="928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7" name="Rechthoek 56">
                    <a:extLst>
                      <a:ext uri="{FF2B5EF4-FFF2-40B4-BE49-F238E27FC236}">
                        <a16:creationId xmlns:a16="http://schemas.microsoft.com/office/drawing/2014/main" id="{475400FB-8B05-81CF-D028-9FA4D434DBC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49409" y="2636045"/>
                    <a:ext cx="85725" cy="97630"/>
                  </a:xfrm>
                  <a:prstGeom prst="rect">
                    <a:avLst/>
                  </a:prstGeom>
                  <a:solidFill>
                    <a:srgbClr val="F0F0F0"/>
                  </a:solidFill>
                  <a:ln w="9525">
                    <a:solidFill>
                      <a:srgbClr val="B7B4B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9" name="Ovaal 58">
                    <a:extLst>
                      <a:ext uri="{FF2B5EF4-FFF2-40B4-BE49-F238E27FC236}">
                        <a16:creationId xmlns:a16="http://schemas.microsoft.com/office/drawing/2014/main" id="{775BF18F-CDAF-AF23-23C1-D84F8D7FF04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7938" y="2655636"/>
                    <a:ext cx="21328" cy="21328"/>
                  </a:xfrm>
                  <a:prstGeom prst="ellipse">
                    <a:avLst/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0" name="Rechthoek 47">
                    <a:extLst>
                      <a:ext uri="{FF2B5EF4-FFF2-40B4-BE49-F238E27FC236}">
                        <a16:creationId xmlns:a16="http://schemas.microsoft.com/office/drawing/2014/main" id="{7CD9A2C1-C81B-19DE-F562-64CD6549F7C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61434" y="2675670"/>
                    <a:ext cx="45896" cy="3778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096A3EFF-5BFE-35E8-34CA-A84C2567CB7F}"/>
                </a:ext>
              </a:extLst>
            </p:cNvPr>
            <p:cNvGrpSpPr/>
            <p:nvPr userDrawn="1"/>
          </p:nvGrpSpPr>
          <p:grpSpPr>
            <a:xfrm>
              <a:off x="-938434" y="6078858"/>
              <a:ext cx="627798" cy="576693"/>
              <a:chOff x="-938434" y="4570310"/>
              <a:chExt cx="627798" cy="576693"/>
            </a:xfrm>
          </p:grpSpPr>
          <p:grpSp>
            <p:nvGrpSpPr>
              <p:cNvPr id="9" name="Inspireren">
                <a:extLst>
                  <a:ext uri="{FF2B5EF4-FFF2-40B4-BE49-F238E27FC236}">
                    <a16:creationId xmlns:a16="http://schemas.microsoft.com/office/drawing/2014/main" id="{15B505CB-CBAF-4DA0-A452-9ED10B3E648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" name="Freeform 12">
                  <a:extLst>
                    <a:ext uri="{FF2B5EF4-FFF2-40B4-BE49-F238E27FC236}">
                      <a16:creationId xmlns:a16="http://schemas.microsoft.com/office/drawing/2014/main" id="{99157E66-A216-6B42-BD14-66ED721DDF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id="{8902B4EE-C24D-DC6D-7A3D-B2C40D200B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E848D792-A0C1-470C-2D47-689B7FB7064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FBFAADF9-18B1-A10E-D32E-336FC0374924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4F8BD53-D992-3E3E-50D6-C7FD5460A468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404036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's 36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0D453C0C-4CEC-B81B-0A95-02AE39649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582743"/>
            <a:ext cx="12192000" cy="4432300"/>
          </a:xfrm>
          <a:prstGeom prst="rect">
            <a:avLst/>
          </a:prstGeom>
        </p:spPr>
      </p:pic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Logo’s 34x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691034" y="6688143"/>
            <a:ext cx="169282" cy="111714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50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A1DEC3A6-157F-5D4B-FB21-542208098FBD}"/>
              </a:ext>
            </a:extLst>
          </p:cNvPr>
          <p:cNvSpPr>
            <a:spLocks noGrp="1"/>
          </p:cNvSpPr>
          <p:nvPr>
            <p:ph type="pic" idx="33" hasCustomPrompt="1"/>
          </p:nvPr>
        </p:nvSpPr>
        <p:spPr>
          <a:xfrm>
            <a:off x="1021992" y="1239488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87E4CFE9-8AC5-2577-A525-73EE572492CC}"/>
              </a:ext>
            </a:extLst>
          </p:cNvPr>
          <p:cNvSpPr>
            <a:spLocks noGrp="1"/>
          </p:cNvSpPr>
          <p:nvPr>
            <p:ph type="pic" idx="41" hasCustomPrompt="1"/>
          </p:nvPr>
        </p:nvSpPr>
        <p:spPr>
          <a:xfrm>
            <a:off x="1021992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C4CA732D-0944-49EA-3E0D-9A39BE305E7A}"/>
              </a:ext>
            </a:extLst>
          </p:cNvPr>
          <p:cNvSpPr>
            <a:spLocks noGrp="1"/>
          </p:cNvSpPr>
          <p:nvPr>
            <p:ph type="pic" idx="47" hasCustomPrompt="1"/>
          </p:nvPr>
        </p:nvSpPr>
        <p:spPr>
          <a:xfrm>
            <a:off x="1021992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86" name="Picture Placeholder 2">
            <a:extLst>
              <a:ext uri="{FF2B5EF4-FFF2-40B4-BE49-F238E27FC236}">
                <a16:creationId xmlns:a16="http://schemas.microsoft.com/office/drawing/2014/main" id="{066D6443-A052-64A8-B2F8-BBB0F388CD60}"/>
              </a:ext>
            </a:extLst>
          </p:cNvPr>
          <p:cNvSpPr>
            <a:spLocks noGrp="1"/>
          </p:cNvSpPr>
          <p:nvPr>
            <p:ph type="pic" idx="53" hasCustomPrompt="1"/>
          </p:nvPr>
        </p:nvSpPr>
        <p:spPr>
          <a:xfrm>
            <a:off x="1021992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2" name="Picture Placeholder 2">
            <a:extLst>
              <a:ext uri="{FF2B5EF4-FFF2-40B4-BE49-F238E27FC236}">
                <a16:creationId xmlns:a16="http://schemas.microsoft.com/office/drawing/2014/main" id="{63646356-2E24-CE15-94B4-23570D396B8A}"/>
              </a:ext>
            </a:extLst>
          </p:cNvPr>
          <p:cNvSpPr>
            <a:spLocks noGrp="1"/>
          </p:cNvSpPr>
          <p:nvPr>
            <p:ph type="pic" idx="59" hasCustomPrompt="1"/>
          </p:nvPr>
        </p:nvSpPr>
        <p:spPr>
          <a:xfrm>
            <a:off x="1021992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DE17573-95B7-947A-A4A5-1D156B6D4C72}"/>
              </a:ext>
            </a:extLst>
          </p:cNvPr>
          <p:cNvSpPr>
            <a:spLocks noGrp="1"/>
          </p:cNvSpPr>
          <p:nvPr>
            <p:ph type="pic" idx="60" hasCustomPrompt="1"/>
          </p:nvPr>
        </p:nvSpPr>
        <p:spPr>
          <a:xfrm>
            <a:off x="2781540" y="1239488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41EE4FB3-9424-25E7-4396-C38F5C8E52BF}"/>
              </a:ext>
            </a:extLst>
          </p:cNvPr>
          <p:cNvSpPr>
            <a:spLocks noGrp="1"/>
          </p:cNvSpPr>
          <p:nvPr>
            <p:ph type="pic" idx="61" hasCustomPrompt="1"/>
          </p:nvPr>
        </p:nvSpPr>
        <p:spPr>
          <a:xfrm>
            <a:off x="4541086" y="1218602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E0C304A2-FB60-ADB9-F29C-9BFA7CD1DF06}"/>
              </a:ext>
            </a:extLst>
          </p:cNvPr>
          <p:cNvSpPr>
            <a:spLocks noGrp="1"/>
          </p:cNvSpPr>
          <p:nvPr>
            <p:ph type="pic" idx="62" hasCustomPrompt="1"/>
          </p:nvPr>
        </p:nvSpPr>
        <p:spPr>
          <a:xfrm>
            <a:off x="6300634" y="1218602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1E0B9E-3E1E-5424-2BA3-F47CFEB19B4C}"/>
              </a:ext>
            </a:extLst>
          </p:cNvPr>
          <p:cNvSpPr>
            <a:spLocks noGrp="1"/>
          </p:cNvSpPr>
          <p:nvPr>
            <p:ph type="pic" idx="63" hasCustomPrompt="1"/>
          </p:nvPr>
        </p:nvSpPr>
        <p:spPr>
          <a:xfrm>
            <a:off x="8060181" y="1218602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14A5D351-6A16-A890-6372-E0D58A8B279E}"/>
              </a:ext>
            </a:extLst>
          </p:cNvPr>
          <p:cNvSpPr>
            <a:spLocks noGrp="1"/>
          </p:cNvSpPr>
          <p:nvPr>
            <p:ph type="pic" idx="64" hasCustomPrompt="1"/>
          </p:nvPr>
        </p:nvSpPr>
        <p:spPr>
          <a:xfrm>
            <a:off x="9819730" y="1218602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8D5FDF94-C9ED-E057-FEFB-3745C4C68DCB}"/>
              </a:ext>
            </a:extLst>
          </p:cNvPr>
          <p:cNvSpPr>
            <a:spLocks noGrp="1"/>
          </p:cNvSpPr>
          <p:nvPr>
            <p:ph type="pic" idx="65" hasCustomPrompt="1"/>
          </p:nvPr>
        </p:nvSpPr>
        <p:spPr>
          <a:xfrm>
            <a:off x="2781540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8BB1AA00-4CD2-7C11-BCE6-41C9B190DF63}"/>
              </a:ext>
            </a:extLst>
          </p:cNvPr>
          <p:cNvSpPr>
            <a:spLocks noGrp="1"/>
          </p:cNvSpPr>
          <p:nvPr>
            <p:ph type="pic" idx="66" hasCustomPrompt="1"/>
          </p:nvPr>
        </p:nvSpPr>
        <p:spPr>
          <a:xfrm>
            <a:off x="4541086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03" name="Picture Placeholder 2">
            <a:extLst>
              <a:ext uri="{FF2B5EF4-FFF2-40B4-BE49-F238E27FC236}">
                <a16:creationId xmlns:a16="http://schemas.microsoft.com/office/drawing/2014/main" id="{866964E2-1391-82B5-0F19-1D9E90B6B4F1}"/>
              </a:ext>
            </a:extLst>
          </p:cNvPr>
          <p:cNvSpPr>
            <a:spLocks noGrp="1"/>
          </p:cNvSpPr>
          <p:nvPr>
            <p:ph type="pic" idx="67" hasCustomPrompt="1"/>
          </p:nvPr>
        </p:nvSpPr>
        <p:spPr>
          <a:xfrm>
            <a:off x="6300634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05" name="Picture Placeholder 2">
            <a:extLst>
              <a:ext uri="{FF2B5EF4-FFF2-40B4-BE49-F238E27FC236}">
                <a16:creationId xmlns:a16="http://schemas.microsoft.com/office/drawing/2014/main" id="{39C27BD6-7B2D-29CC-6CF8-0AAFCD1DEDCE}"/>
              </a:ext>
            </a:extLst>
          </p:cNvPr>
          <p:cNvSpPr>
            <a:spLocks noGrp="1"/>
          </p:cNvSpPr>
          <p:nvPr>
            <p:ph type="pic" idx="68" hasCustomPrompt="1"/>
          </p:nvPr>
        </p:nvSpPr>
        <p:spPr>
          <a:xfrm>
            <a:off x="8060181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07" name="Picture Placeholder 2">
            <a:extLst>
              <a:ext uri="{FF2B5EF4-FFF2-40B4-BE49-F238E27FC236}">
                <a16:creationId xmlns:a16="http://schemas.microsoft.com/office/drawing/2014/main" id="{564E3986-DBAD-CBF5-1FCB-CBF85DA687BA}"/>
              </a:ext>
            </a:extLst>
          </p:cNvPr>
          <p:cNvSpPr>
            <a:spLocks noGrp="1"/>
          </p:cNvSpPr>
          <p:nvPr>
            <p:ph type="pic" idx="69" hasCustomPrompt="1"/>
          </p:nvPr>
        </p:nvSpPr>
        <p:spPr>
          <a:xfrm>
            <a:off x="9819730" y="2039054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09" name="Picture Placeholder 2">
            <a:extLst>
              <a:ext uri="{FF2B5EF4-FFF2-40B4-BE49-F238E27FC236}">
                <a16:creationId xmlns:a16="http://schemas.microsoft.com/office/drawing/2014/main" id="{08616CAD-BA47-68F4-6686-A6A283C0A597}"/>
              </a:ext>
            </a:extLst>
          </p:cNvPr>
          <p:cNvSpPr>
            <a:spLocks noGrp="1"/>
          </p:cNvSpPr>
          <p:nvPr>
            <p:ph type="pic" idx="70" hasCustomPrompt="1"/>
          </p:nvPr>
        </p:nvSpPr>
        <p:spPr>
          <a:xfrm>
            <a:off x="2781540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E7EEFC5-1C03-518A-7970-71FA15803B49}"/>
              </a:ext>
            </a:extLst>
          </p:cNvPr>
          <p:cNvSpPr>
            <a:spLocks noGrp="1"/>
          </p:cNvSpPr>
          <p:nvPr>
            <p:ph type="pic" idx="71" hasCustomPrompt="1"/>
          </p:nvPr>
        </p:nvSpPr>
        <p:spPr>
          <a:xfrm>
            <a:off x="4541086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13" name="Picture Placeholder 2">
            <a:extLst>
              <a:ext uri="{FF2B5EF4-FFF2-40B4-BE49-F238E27FC236}">
                <a16:creationId xmlns:a16="http://schemas.microsoft.com/office/drawing/2014/main" id="{703D7B88-AD92-9B54-2A42-0AF050DE33AE}"/>
              </a:ext>
            </a:extLst>
          </p:cNvPr>
          <p:cNvSpPr>
            <a:spLocks noGrp="1"/>
          </p:cNvSpPr>
          <p:nvPr>
            <p:ph type="pic" idx="72" hasCustomPrompt="1"/>
          </p:nvPr>
        </p:nvSpPr>
        <p:spPr>
          <a:xfrm>
            <a:off x="6300634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DD7659E1-D9A4-9252-6E63-A8EF5F554D1E}"/>
              </a:ext>
            </a:extLst>
          </p:cNvPr>
          <p:cNvSpPr>
            <a:spLocks noGrp="1"/>
          </p:cNvSpPr>
          <p:nvPr>
            <p:ph type="pic" idx="73" hasCustomPrompt="1"/>
          </p:nvPr>
        </p:nvSpPr>
        <p:spPr>
          <a:xfrm>
            <a:off x="8060181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EBD40F34-7760-1DDA-37DC-B046E04089A0}"/>
              </a:ext>
            </a:extLst>
          </p:cNvPr>
          <p:cNvSpPr>
            <a:spLocks noGrp="1"/>
          </p:cNvSpPr>
          <p:nvPr>
            <p:ph type="pic" idx="74" hasCustomPrompt="1"/>
          </p:nvPr>
        </p:nvSpPr>
        <p:spPr>
          <a:xfrm>
            <a:off x="9819730" y="28386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19" name="Picture Placeholder 2">
            <a:extLst>
              <a:ext uri="{FF2B5EF4-FFF2-40B4-BE49-F238E27FC236}">
                <a16:creationId xmlns:a16="http://schemas.microsoft.com/office/drawing/2014/main" id="{9008E62B-5693-6AE6-1613-7EB2CF4E5D5B}"/>
              </a:ext>
            </a:extLst>
          </p:cNvPr>
          <p:cNvSpPr>
            <a:spLocks noGrp="1"/>
          </p:cNvSpPr>
          <p:nvPr>
            <p:ph type="pic" idx="75" hasCustomPrompt="1"/>
          </p:nvPr>
        </p:nvSpPr>
        <p:spPr>
          <a:xfrm>
            <a:off x="2781540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21" name="Picture Placeholder 2">
            <a:extLst>
              <a:ext uri="{FF2B5EF4-FFF2-40B4-BE49-F238E27FC236}">
                <a16:creationId xmlns:a16="http://schemas.microsoft.com/office/drawing/2014/main" id="{5ABA2354-ACB7-7B02-9C2D-E8674857B9CB}"/>
              </a:ext>
            </a:extLst>
          </p:cNvPr>
          <p:cNvSpPr>
            <a:spLocks noGrp="1"/>
          </p:cNvSpPr>
          <p:nvPr>
            <p:ph type="pic" idx="76" hasCustomPrompt="1"/>
          </p:nvPr>
        </p:nvSpPr>
        <p:spPr>
          <a:xfrm>
            <a:off x="4541086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23" name="Picture Placeholder 2">
            <a:extLst>
              <a:ext uri="{FF2B5EF4-FFF2-40B4-BE49-F238E27FC236}">
                <a16:creationId xmlns:a16="http://schemas.microsoft.com/office/drawing/2014/main" id="{9759596D-CF9D-3B7D-D1F2-78BE8679A240}"/>
              </a:ext>
            </a:extLst>
          </p:cNvPr>
          <p:cNvSpPr>
            <a:spLocks noGrp="1"/>
          </p:cNvSpPr>
          <p:nvPr>
            <p:ph type="pic" idx="77" hasCustomPrompt="1"/>
          </p:nvPr>
        </p:nvSpPr>
        <p:spPr>
          <a:xfrm>
            <a:off x="6300634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25" name="Picture Placeholder 2">
            <a:extLst>
              <a:ext uri="{FF2B5EF4-FFF2-40B4-BE49-F238E27FC236}">
                <a16:creationId xmlns:a16="http://schemas.microsoft.com/office/drawing/2014/main" id="{F5B1B927-E1EE-30F9-674A-83EDEEAFEFCC}"/>
              </a:ext>
            </a:extLst>
          </p:cNvPr>
          <p:cNvSpPr>
            <a:spLocks noGrp="1"/>
          </p:cNvSpPr>
          <p:nvPr>
            <p:ph type="pic" idx="78" hasCustomPrompt="1"/>
          </p:nvPr>
        </p:nvSpPr>
        <p:spPr>
          <a:xfrm>
            <a:off x="8060181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27" name="Picture Placeholder 2">
            <a:extLst>
              <a:ext uri="{FF2B5EF4-FFF2-40B4-BE49-F238E27FC236}">
                <a16:creationId xmlns:a16="http://schemas.microsoft.com/office/drawing/2014/main" id="{1DD404BF-E2D4-DC47-D7C5-B4B2075EEDAE}"/>
              </a:ext>
            </a:extLst>
          </p:cNvPr>
          <p:cNvSpPr>
            <a:spLocks noGrp="1"/>
          </p:cNvSpPr>
          <p:nvPr>
            <p:ph type="pic" idx="79" hasCustomPrompt="1"/>
          </p:nvPr>
        </p:nvSpPr>
        <p:spPr>
          <a:xfrm>
            <a:off x="9819730" y="3638187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29" name="Picture Placeholder 2">
            <a:extLst>
              <a:ext uri="{FF2B5EF4-FFF2-40B4-BE49-F238E27FC236}">
                <a16:creationId xmlns:a16="http://schemas.microsoft.com/office/drawing/2014/main" id="{BD6C5116-2AB3-D8DE-1516-99D71768DD24}"/>
              </a:ext>
            </a:extLst>
          </p:cNvPr>
          <p:cNvSpPr>
            <a:spLocks noGrp="1"/>
          </p:cNvSpPr>
          <p:nvPr>
            <p:ph type="pic" idx="80" hasCustomPrompt="1"/>
          </p:nvPr>
        </p:nvSpPr>
        <p:spPr>
          <a:xfrm>
            <a:off x="2781540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1" name="Picture Placeholder 2">
            <a:extLst>
              <a:ext uri="{FF2B5EF4-FFF2-40B4-BE49-F238E27FC236}">
                <a16:creationId xmlns:a16="http://schemas.microsoft.com/office/drawing/2014/main" id="{EA6A13B5-8BC2-9050-7A7B-8EC0B17844A9}"/>
              </a:ext>
            </a:extLst>
          </p:cNvPr>
          <p:cNvSpPr>
            <a:spLocks noGrp="1"/>
          </p:cNvSpPr>
          <p:nvPr>
            <p:ph type="pic" idx="81" hasCustomPrompt="1"/>
          </p:nvPr>
        </p:nvSpPr>
        <p:spPr>
          <a:xfrm>
            <a:off x="4541086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3" name="Picture Placeholder 2">
            <a:extLst>
              <a:ext uri="{FF2B5EF4-FFF2-40B4-BE49-F238E27FC236}">
                <a16:creationId xmlns:a16="http://schemas.microsoft.com/office/drawing/2014/main" id="{260BE36C-E2D4-5C65-678A-6BC36ADDCD4E}"/>
              </a:ext>
            </a:extLst>
          </p:cNvPr>
          <p:cNvSpPr>
            <a:spLocks noGrp="1"/>
          </p:cNvSpPr>
          <p:nvPr>
            <p:ph type="pic" idx="82" hasCustomPrompt="1"/>
          </p:nvPr>
        </p:nvSpPr>
        <p:spPr>
          <a:xfrm>
            <a:off x="6300634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5" name="Picture Placeholder 2">
            <a:extLst>
              <a:ext uri="{FF2B5EF4-FFF2-40B4-BE49-F238E27FC236}">
                <a16:creationId xmlns:a16="http://schemas.microsoft.com/office/drawing/2014/main" id="{5E0ABAC0-5724-DE83-D16A-D643B2BAA442}"/>
              </a:ext>
            </a:extLst>
          </p:cNvPr>
          <p:cNvSpPr>
            <a:spLocks noGrp="1"/>
          </p:cNvSpPr>
          <p:nvPr>
            <p:ph type="pic" idx="83" hasCustomPrompt="1"/>
          </p:nvPr>
        </p:nvSpPr>
        <p:spPr>
          <a:xfrm>
            <a:off x="8060181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7" name="Picture Placeholder 2">
            <a:extLst>
              <a:ext uri="{FF2B5EF4-FFF2-40B4-BE49-F238E27FC236}">
                <a16:creationId xmlns:a16="http://schemas.microsoft.com/office/drawing/2014/main" id="{5346E45A-288A-CDEE-7A23-0329F563C9F5}"/>
              </a:ext>
            </a:extLst>
          </p:cNvPr>
          <p:cNvSpPr>
            <a:spLocks noGrp="1"/>
          </p:cNvSpPr>
          <p:nvPr>
            <p:ph type="pic" idx="84" hasCustomPrompt="1"/>
          </p:nvPr>
        </p:nvSpPr>
        <p:spPr>
          <a:xfrm>
            <a:off x="9819730" y="4437753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39" name="Picture Placeholder 2">
            <a:extLst>
              <a:ext uri="{FF2B5EF4-FFF2-40B4-BE49-F238E27FC236}">
                <a16:creationId xmlns:a16="http://schemas.microsoft.com/office/drawing/2014/main" id="{E0CE4E3E-4D80-7605-B0DB-37B27B785A6C}"/>
              </a:ext>
            </a:extLst>
          </p:cNvPr>
          <p:cNvSpPr>
            <a:spLocks noGrp="1"/>
          </p:cNvSpPr>
          <p:nvPr>
            <p:ph type="pic" idx="85" hasCustomPrompt="1"/>
          </p:nvPr>
        </p:nvSpPr>
        <p:spPr>
          <a:xfrm>
            <a:off x="1021992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1" name="Picture Placeholder 2">
            <a:extLst>
              <a:ext uri="{FF2B5EF4-FFF2-40B4-BE49-F238E27FC236}">
                <a16:creationId xmlns:a16="http://schemas.microsoft.com/office/drawing/2014/main" id="{52D220CD-DA32-3515-6DD5-2F0212DEE90E}"/>
              </a:ext>
            </a:extLst>
          </p:cNvPr>
          <p:cNvSpPr>
            <a:spLocks noGrp="1"/>
          </p:cNvSpPr>
          <p:nvPr>
            <p:ph type="pic" idx="86" hasCustomPrompt="1"/>
          </p:nvPr>
        </p:nvSpPr>
        <p:spPr>
          <a:xfrm>
            <a:off x="2781540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3" name="Picture Placeholder 2">
            <a:extLst>
              <a:ext uri="{FF2B5EF4-FFF2-40B4-BE49-F238E27FC236}">
                <a16:creationId xmlns:a16="http://schemas.microsoft.com/office/drawing/2014/main" id="{E5160EE1-BE50-84C8-E4C5-B92E74256B87}"/>
              </a:ext>
            </a:extLst>
          </p:cNvPr>
          <p:cNvSpPr>
            <a:spLocks noGrp="1"/>
          </p:cNvSpPr>
          <p:nvPr>
            <p:ph type="pic" idx="87" hasCustomPrompt="1"/>
          </p:nvPr>
        </p:nvSpPr>
        <p:spPr>
          <a:xfrm>
            <a:off x="4541086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id="{0A6B51D0-ECA4-FF07-AF64-900AC1FF094C}"/>
              </a:ext>
            </a:extLst>
          </p:cNvPr>
          <p:cNvSpPr>
            <a:spLocks noGrp="1"/>
          </p:cNvSpPr>
          <p:nvPr>
            <p:ph type="pic" idx="88" hasCustomPrompt="1"/>
          </p:nvPr>
        </p:nvSpPr>
        <p:spPr>
          <a:xfrm>
            <a:off x="6300634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7" name="Picture Placeholder 2">
            <a:extLst>
              <a:ext uri="{FF2B5EF4-FFF2-40B4-BE49-F238E27FC236}">
                <a16:creationId xmlns:a16="http://schemas.microsoft.com/office/drawing/2014/main" id="{33F627EB-35B9-86B3-AF7E-D065FBEC8AD0}"/>
              </a:ext>
            </a:extLst>
          </p:cNvPr>
          <p:cNvSpPr>
            <a:spLocks noGrp="1"/>
          </p:cNvSpPr>
          <p:nvPr>
            <p:ph type="pic" idx="89" hasCustomPrompt="1"/>
          </p:nvPr>
        </p:nvSpPr>
        <p:spPr>
          <a:xfrm>
            <a:off x="8060181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149" name="Picture Placeholder 2">
            <a:extLst>
              <a:ext uri="{FF2B5EF4-FFF2-40B4-BE49-F238E27FC236}">
                <a16:creationId xmlns:a16="http://schemas.microsoft.com/office/drawing/2014/main" id="{565FBB20-0218-239C-069A-2CCB4F0518C7}"/>
              </a:ext>
            </a:extLst>
          </p:cNvPr>
          <p:cNvSpPr>
            <a:spLocks noGrp="1"/>
          </p:cNvSpPr>
          <p:nvPr>
            <p:ph type="pic" idx="90" hasCustomPrompt="1"/>
          </p:nvPr>
        </p:nvSpPr>
        <p:spPr>
          <a:xfrm>
            <a:off x="9819730" y="5237321"/>
            <a:ext cx="1349833" cy="381191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Insert logo</a:t>
            </a:r>
            <a:endParaRPr lang="nl-NL" dirty="0"/>
          </a:p>
        </p:txBody>
      </p:sp>
      <p:sp>
        <p:nvSpPr>
          <p:cNvPr id="97" name="Titel 2">
            <a:extLst>
              <a:ext uri="{FF2B5EF4-FFF2-40B4-BE49-F238E27FC236}">
                <a16:creationId xmlns:a16="http://schemas.microsoft.com/office/drawing/2014/main" id="{DE62C391-EB71-09F4-9886-5B051BDAE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98" name="Tijdelijke aanduiding voor tekst 4">
            <a:extLst>
              <a:ext uri="{FF2B5EF4-FFF2-40B4-BE49-F238E27FC236}">
                <a16:creationId xmlns:a16="http://schemas.microsoft.com/office/drawing/2014/main" id="{081D9056-150F-F627-29C7-BD6E043797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62254562-7D28-677C-833D-F75D12CC7F3C}"/>
              </a:ext>
            </a:extLst>
          </p:cNvPr>
          <p:cNvGrpSpPr/>
          <p:nvPr userDrawn="1"/>
        </p:nvGrpSpPr>
        <p:grpSpPr>
          <a:xfrm>
            <a:off x="12377595" y="0"/>
            <a:ext cx="3693386" cy="6769481"/>
            <a:chOff x="-3786437" y="0"/>
            <a:chExt cx="3693386" cy="6769481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B59F9830-752E-B269-E745-F929148342A1}"/>
                </a:ext>
              </a:extLst>
            </p:cNvPr>
            <p:cNvSpPr/>
            <p:nvPr userDrawn="1"/>
          </p:nvSpPr>
          <p:spPr>
            <a:xfrm>
              <a:off x="-3786437" y="5941481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6" name="INSTRUCTIES">
              <a:extLst>
                <a:ext uri="{FF2B5EF4-FFF2-40B4-BE49-F238E27FC236}">
                  <a16:creationId xmlns:a16="http://schemas.microsoft.com/office/drawing/2014/main" id="{B42F7C0D-4367-6748-2662-A410FD1B30EF}"/>
                </a:ext>
              </a:extLst>
            </p:cNvPr>
            <p:cNvGrpSpPr/>
            <p:nvPr userDrawn="1"/>
          </p:nvGrpSpPr>
          <p:grpSpPr>
            <a:xfrm>
              <a:off x="-3786437" y="0"/>
              <a:ext cx="3693386" cy="6089184"/>
              <a:chOff x="-3786437" y="0"/>
              <a:chExt cx="3693386" cy="6089184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34754531-B82B-8B13-3CBB-A5F6BA1EE8AE}"/>
                  </a:ext>
                </a:extLst>
              </p:cNvPr>
              <p:cNvSpPr/>
              <p:nvPr userDrawn="1"/>
            </p:nvSpPr>
            <p:spPr>
              <a:xfrm>
                <a:off x="-3786437" y="0"/>
                <a:ext cx="3593091" cy="593666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 dirty="0">
                    <a:solidFill>
                      <a:schemeClr val="tx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Logo invoegen/opmaken</a:t>
                </a:r>
              </a:p>
            </p:txBody>
          </p:sp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8E656493-5C29-2F73-07B5-B0141F48B182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DC845E79-57D7-78B2-5C81-3E4C141BCC80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het bestaande logo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 logo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A2A5A97A-B6E6-8A91-6BD5-81C48F82EB75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69" name="Rechthoek 168">
                  <a:extLst>
                    <a:ext uri="{FF2B5EF4-FFF2-40B4-BE49-F238E27FC236}">
                      <a16:creationId xmlns:a16="http://schemas.microsoft.com/office/drawing/2014/main" id="{525ACE65-6902-9BE6-0995-2A96190535CB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0" name="Ovaal 169">
                  <a:extLst>
                    <a:ext uri="{FF2B5EF4-FFF2-40B4-BE49-F238E27FC236}">
                      <a16:creationId xmlns:a16="http://schemas.microsoft.com/office/drawing/2014/main" id="{C6142283-DAC0-2C84-BA77-698CC004D2C5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1" name="Vrije vorm: vorm 170">
                  <a:extLst>
                    <a:ext uri="{FF2B5EF4-FFF2-40B4-BE49-F238E27FC236}">
                      <a16:creationId xmlns:a16="http://schemas.microsoft.com/office/drawing/2014/main" id="{D2724438-BE8C-B8BD-B3B2-0D20D07E0349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2" name="Rechthoek: afgeronde hoeken 171">
                  <a:extLst>
                    <a:ext uri="{FF2B5EF4-FFF2-40B4-BE49-F238E27FC236}">
                      <a16:creationId xmlns:a16="http://schemas.microsoft.com/office/drawing/2014/main" id="{707AC251-AC9B-A9B2-2125-A2F9916B2103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73" name="Rechte verbindingslijn 172">
                  <a:extLst>
                    <a:ext uri="{FF2B5EF4-FFF2-40B4-BE49-F238E27FC236}">
                      <a16:creationId xmlns:a16="http://schemas.microsoft.com/office/drawing/2014/main" id="{174E0754-BC17-CF71-C1A1-0FEB2D735341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74" name="Rechte verbindingslijn 173">
                  <a:extLst>
                    <a:ext uri="{FF2B5EF4-FFF2-40B4-BE49-F238E27FC236}">
                      <a16:creationId xmlns:a16="http://schemas.microsoft.com/office/drawing/2014/main" id="{05F11B4E-FCBE-0624-678E-E129EABFE05C}"/>
                    </a:ext>
                  </a:extLst>
                </p:cNvPr>
                <p:cNvCxnSpPr>
                  <a:cxnSpLocks/>
                  <a:stCxn id="172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99" name="Ovaal 98">
                <a:extLst>
                  <a:ext uri="{FF2B5EF4-FFF2-40B4-BE49-F238E27FC236}">
                    <a16:creationId xmlns:a16="http://schemas.microsoft.com/office/drawing/2014/main" id="{1111391B-E9E9-270F-0C21-4BCA807681EB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CFCB03E1-A37D-24F0-B60A-8C7791978E59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het gewenste logo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01" name="Groep 100">
                <a:extLst>
                  <a:ext uri="{FF2B5EF4-FFF2-40B4-BE49-F238E27FC236}">
                    <a16:creationId xmlns:a16="http://schemas.microsoft.com/office/drawing/2014/main" id="{25AEBDBC-0D59-DC24-F1B2-BB955FF2D0DF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66" name="Rechthoek 165">
                  <a:extLst>
                    <a:ext uri="{FF2B5EF4-FFF2-40B4-BE49-F238E27FC236}">
                      <a16:creationId xmlns:a16="http://schemas.microsoft.com/office/drawing/2014/main" id="{2EF79E4F-E569-F9D0-2355-A2BD393505FE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67" name="Rechte verbindingslijn 166">
                  <a:extLst>
                    <a:ext uri="{FF2B5EF4-FFF2-40B4-BE49-F238E27FC236}">
                      <a16:creationId xmlns:a16="http://schemas.microsoft.com/office/drawing/2014/main" id="{F24684F6-1980-C302-D954-822738DB946D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68" name="Gelijkbenige driehoek 167">
                  <a:extLst>
                    <a:ext uri="{FF2B5EF4-FFF2-40B4-BE49-F238E27FC236}">
                      <a16:creationId xmlns:a16="http://schemas.microsoft.com/office/drawing/2014/main" id="{63722433-6689-6220-71FE-5139292D9A1F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2" name="Ovaal 101">
                <a:extLst>
                  <a:ext uri="{FF2B5EF4-FFF2-40B4-BE49-F238E27FC236}">
                    <a16:creationId xmlns:a16="http://schemas.microsoft.com/office/drawing/2014/main" id="{C82527DF-BFCC-C750-4D17-9F2237173AE4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04" name="Rechthoek 103">
                <a:extLst>
                  <a:ext uri="{FF2B5EF4-FFF2-40B4-BE49-F238E27FC236}">
                    <a16:creationId xmlns:a16="http://schemas.microsoft.com/office/drawing/2014/main" id="{0727D874-42E5-0790-A557-366F124A726E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808965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het logo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het logo en met de hoekjes het logokader.</a:t>
                </a:r>
              </a:p>
            </p:txBody>
          </p: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1DDD22A-1A64-A974-8B10-52F5E61EBB4B}"/>
                  </a:ext>
                </a:extLst>
              </p:cNvPr>
              <p:cNvGrpSpPr/>
              <p:nvPr userDrawn="1"/>
            </p:nvGrpSpPr>
            <p:grpSpPr>
              <a:xfrm>
                <a:off x="-3408294" y="3470504"/>
                <a:ext cx="622283" cy="612920"/>
                <a:chOff x="12617641" y="3403239"/>
                <a:chExt cx="752963" cy="741634"/>
              </a:xfrm>
            </p:grpSpPr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AC787195-4E6D-E6E4-068C-ED0C54BF33EE}"/>
                    </a:ext>
                  </a:extLst>
                </p:cNvPr>
                <p:cNvGrpSpPr/>
                <p:nvPr userDrawn="1"/>
              </p:nvGrpSpPr>
              <p:grpSpPr>
                <a:xfrm>
                  <a:off x="12771530" y="3403239"/>
                  <a:ext cx="467176" cy="448491"/>
                  <a:chOff x="12782157" y="3403239"/>
                  <a:chExt cx="467176" cy="448491"/>
                </a:xfrm>
              </p:grpSpPr>
              <p:grpSp>
                <p:nvGrpSpPr>
                  <p:cNvPr id="153" name="Groep 152">
                    <a:extLst>
                      <a:ext uri="{FF2B5EF4-FFF2-40B4-BE49-F238E27FC236}">
                        <a16:creationId xmlns:a16="http://schemas.microsoft.com/office/drawing/2014/main" id="{A0F9DD10-EBC6-5776-6E56-5D56CEBA16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57" y="3403239"/>
                    <a:ext cx="412976" cy="396132"/>
                    <a:chOff x="13554906" y="3320109"/>
                    <a:chExt cx="443917" cy="425811"/>
                  </a:xfrm>
                </p:grpSpPr>
                <p:grpSp>
                  <p:nvGrpSpPr>
                    <p:cNvPr id="160" name="Groep 159">
                      <a:extLst>
                        <a:ext uri="{FF2B5EF4-FFF2-40B4-BE49-F238E27FC236}">
                          <a16:creationId xmlns:a16="http://schemas.microsoft.com/office/drawing/2014/main" id="{24C48355-32DA-AE96-069E-300F9FE9A05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7" cy="425811"/>
                      <a:chOff x="12909684" y="1276143"/>
                      <a:chExt cx="443917" cy="425811"/>
                    </a:xfrm>
                  </p:grpSpPr>
                  <p:sp>
                    <p:nvSpPr>
                      <p:cNvPr id="163" name="Rechthoek 162">
                        <a:extLst>
                          <a:ext uri="{FF2B5EF4-FFF2-40B4-BE49-F238E27FC236}">
                            <a16:creationId xmlns:a16="http://schemas.microsoft.com/office/drawing/2014/main" id="{80396893-AF88-F4C4-E424-F5BD9707C75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9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64" name="Rechthoek 163">
                        <a:extLst>
                          <a:ext uri="{FF2B5EF4-FFF2-40B4-BE49-F238E27FC236}">
                            <a16:creationId xmlns:a16="http://schemas.microsoft.com/office/drawing/2014/main" id="{EDDB7C35-A224-33B9-1424-8144D3332F9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65" name="Ovaal 164">
                        <a:extLst>
                          <a:ext uri="{FF2B5EF4-FFF2-40B4-BE49-F238E27FC236}">
                            <a16:creationId xmlns:a16="http://schemas.microsoft.com/office/drawing/2014/main" id="{40E155D0-1330-3682-3562-DDC8BA847B0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61" name="Afbeelding 160">
                      <a:extLst>
                        <a:ext uri="{FF2B5EF4-FFF2-40B4-BE49-F238E27FC236}">
                          <a16:creationId xmlns:a16="http://schemas.microsoft.com/office/drawing/2014/main" id="{4AB74A15-0835-4690-8E0D-0333C5CE3F11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1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2" name="Afbeelding 161">
                      <a:extLst>
                        <a:ext uri="{FF2B5EF4-FFF2-40B4-BE49-F238E27FC236}">
                          <a16:creationId xmlns:a16="http://schemas.microsoft.com/office/drawing/2014/main" id="{51BF6211-F13D-14D4-91F4-23D808D8FD62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4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49265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54" name="Groep 153">
                    <a:extLst>
                      <a:ext uri="{FF2B5EF4-FFF2-40B4-BE49-F238E27FC236}">
                        <a16:creationId xmlns:a16="http://schemas.microsoft.com/office/drawing/2014/main" id="{05CC80D1-40E5-4B77-61C7-C121765E5D6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58" name="Rechthoek 157">
                      <a:extLst>
                        <a:ext uri="{FF2B5EF4-FFF2-40B4-BE49-F238E27FC236}">
                          <a16:creationId xmlns:a16="http://schemas.microsoft.com/office/drawing/2014/main" id="{42FBD0C1-AB33-E3F8-9397-D339DC93062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9" name="Rechthoek 158">
                      <a:extLst>
                        <a:ext uri="{FF2B5EF4-FFF2-40B4-BE49-F238E27FC236}">
                          <a16:creationId xmlns:a16="http://schemas.microsoft.com/office/drawing/2014/main" id="{390042BE-000B-C1C6-0EC4-4A1678520A90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155" name="Groep 154">
                    <a:extLst>
                      <a:ext uri="{FF2B5EF4-FFF2-40B4-BE49-F238E27FC236}">
                        <a16:creationId xmlns:a16="http://schemas.microsoft.com/office/drawing/2014/main" id="{EC713D97-3C5F-A972-97A4-E78C7D95C023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56" name="Rechthoek 155">
                      <a:extLst>
                        <a:ext uri="{FF2B5EF4-FFF2-40B4-BE49-F238E27FC236}">
                          <a16:creationId xmlns:a16="http://schemas.microsoft.com/office/drawing/2014/main" id="{64A1ADC8-496F-9ED9-9A85-F9AA3594C7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7" name="Rechthoek 156">
                      <a:extLst>
                        <a:ext uri="{FF2B5EF4-FFF2-40B4-BE49-F238E27FC236}">
                          <a16:creationId xmlns:a16="http://schemas.microsoft.com/office/drawing/2014/main" id="{8DBC8232-E257-976C-08D9-5524E1ED6CB9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151" name="Rechthoek 150">
                  <a:extLst>
                    <a:ext uri="{FF2B5EF4-FFF2-40B4-BE49-F238E27FC236}">
                      <a16:creationId xmlns:a16="http://schemas.microsoft.com/office/drawing/2014/main" id="{BF3CB905-0EF1-7858-BDBC-0629BABE363E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152" name="Gelijkbenige driehoek 151">
                  <a:extLst>
                    <a:ext uri="{FF2B5EF4-FFF2-40B4-BE49-F238E27FC236}">
                      <a16:creationId xmlns:a16="http://schemas.microsoft.com/office/drawing/2014/main" id="{4D3AF097-98AF-EA2E-7CCB-E86715BF6C16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8" name="ICOON_info">
                <a:extLst>
                  <a:ext uri="{FF2B5EF4-FFF2-40B4-BE49-F238E27FC236}">
                    <a16:creationId xmlns:a16="http://schemas.microsoft.com/office/drawing/2014/main" id="{598692A7-360D-B612-43F4-8549781ADD85}"/>
                  </a:ext>
                </a:extLst>
              </p:cNvPr>
              <p:cNvGrpSpPr/>
              <p:nvPr userDrawn="1"/>
            </p:nvGrpSpPr>
            <p:grpSpPr>
              <a:xfrm>
                <a:off x="-376736" y="5805499"/>
                <a:ext cx="283685" cy="283685"/>
                <a:chOff x="-510741" y="5913713"/>
                <a:chExt cx="267555" cy="267555"/>
              </a:xfrm>
            </p:grpSpPr>
            <p:sp>
              <p:nvSpPr>
                <p:cNvPr id="146" name="Ovaal 145">
                  <a:extLst>
                    <a:ext uri="{FF2B5EF4-FFF2-40B4-BE49-F238E27FC236}">
                      <a16:creationId xmlns:a16="http://schemas.microsoft.com/office/drawing/2014/main" id="{668C3E78-0AB1-263E-13D1-DB3C45A4C8EA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Graphic 163" descr="Informatie">
                  <a:extLst>
                    <a:ext uri="{FF2B5EF4-FFF2-40B4-BE49-F238E27FC236}">
                      <a16:creationId xmlns:a16="http://schemas.microsoft.com/office/drawing/2014/main" id="{F11D3BE9-6145-9B9F-0F22-61CCAE70DF80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10" name="Ovaal 109">
                <a:extLst>
                  <a:ext uri="{FF2B5EF4-FFF2-40B4-BE49-F238E27FC236}">
                    <a16:creationId xmlns:a16="http://schemas.microsoft.com/office/drawing/2014/main" id="{17429A24-BDC6-62D0-238E-F8D8A0952EDE}"/>
                  </a:ext>
                </a:extLst>
              </p:cNvPr>
              <p:cNvSpPr/>
              <p:nvPr userDrawn="1"/>
            </p:nvSpPr>
            <p:spPr>
              <a:xfrm>
                <a:off x="-3603587" y="4267791"/>
                <a:ext cx="180000" cy="180000"/>
              </a:xfrm>
              <a:prstGeom prst="ellipse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4B98E981-2F3F-8590-0FDA-E38E687D2F70}"/>
                  </a:ext>
                </a:extLst>
              </p:cNvPr>
              <p:cNvSpPr/>
              <p:nvPr userDrawn="1"/>
            </p:nvSpPr>
            <p:spPr>
              <a:xfrm>
                <a:off x="-3319415" y="4267792"/>
                <a:ext cx="2944682" cy="81271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er voor te zorgen dat het logo in zijn originele verhouding staat, ga naar de tab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afbeeldingen’ – ‘Opmaak’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het pijltje onder de knop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Kies </a:t>
                </a:r>
                <a:r>
                  <a:rPr kumimoji="0" lang="nl-NL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‘Aanpassen’</a:t>
                </a:r>
                <a:r>
                  <a:rPr kumimoji="0" lang="nl-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14" name="Groep 113">
                <a:extLst>
                  <a:ext uri="{FF2B5EF4-FFF2-40B4-BE49-F238E27FC236}">
                    <a16:creationId xmlns:a16="http://schemas.microsoft.com/office/drawing/2014/main" id="{2DC1D0F4-C408-C66E-89B4-00DBEE280967}"/>
                  </a:ext>
                </a:extLst>
              </p:cNvPr>
              <p:cNvGrpSpPr/>
              <p:nvPr userDrawn="1"/>
            </p:nvGrpSpPr>
            <p:grpSpPr>
              <a:xfrm>
                <a:off x="-3314821" y="5192208"/>
                <a:ext cx="1108877" cy="563933"/>
                <a:chOff x="-3314821" y="3885197"/>
                <a:chExt cx="1108877" cy="563933"/>
              </a:xfrm>
            </p:grpSpPr>
            <p:sp>
              <p:nvSpPr>
                <p:cNvPr id="116" name="Rechthoek 115">
                  <a:extLst>
                    <a:ext uri="{FF2B5EF4-FFF2-40B4-BE49-F238E27FC236}">
                      <a16:creationId xmlns:a16="http://schemas.microsoft.com/office/drawing/2014/main" id="{ACEED0ED-BF48-9A8D-7CAF-25F9656DE1AC}"/>
                    </a:ext>
                  </a:extLst>
                </p:cNvPr>
                <p:cNvSpPr/>
                <p:nvPr userDrawn="1"/>
              </p:nvSpPr>
              <p:spPr>
                <a:xfrm>
                  <a:off x="-3314821" y="3885197"/>
                  <a:ext cx="105560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8" name="Rechthoek 117">
                  <a:extLst>
                    <a:ext uri="{FF2B5EF4-FFF2-40B4-BE49-F238E27FC236}">
                      <a16:creationId xmlns:a16="http://schemas.microsoft.com/office/drawing/2014/main" id="{350231BA-CE0E-C183-F0B4-17E053E8AC8B}"/>
                    </a:ext>
                  </a:extLst>
                </p:cNvPr>
                <p:cNvSpPr/>
                <p:nvPr userDrawn="1"/>
              </p:nvSpPr>
              <p:spPr>
                <a:xfrm>
                  <a:off x="-3304718" y="4138922"/>
                  <a:ext cx="1043588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0" name="Tekstvak 119">
                  <a:extLst>
                    <a:ext uri="{FF2B5EF4-FFF2-40B4-BE49-F238E27FC236}">
                      <a16:creationId xmlns:a16="http://schemas.microsoft.com/office/drawing/2014/main" id="{79A3C19D-5D4A-DC4D-EA68-BCD391DFA663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949098"/>
                  <a:ext cx="794156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Opvullen</a:t>
                  </a:r>
                </a:p>
              </p:txBody>
            </p:sp>
            <p:sp>
              <p:nvSpPr>
                <p:cNvPr id="122" name="Tekstvak 121">
                  <a:extLst>
                    <a:ext uri="{FF2B5EF4-FFF2-40B4-BE49-F238E27FC236}">
                      <a16:creationId xmlns:a16="http://schemas.microsoft.com/office/drawing/2014/main" id="{E1783199-1F02-7F6E-350E-7C69C0AE1C74}"/>
                    </a:ext>
                  </a:extLst>
                </p:cNvPr>
                <p:cNvSpPr txBox="1"/>
                <p:nvPr userDrawn="1"/>
              </p:nvSpPr>
              <p:spPr>
                <a:xfrm>
                  <a:off x="-3069819" y="4199018"/>
                  <a:ext cx="800912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Aanpassen</a:t>
                  </a:r>
                </a:p>
              </p:txBody>
            </p:sp>
            <p:sp>
              <p:nvSpPr>
                <p:cNvPr id="124" name="Vrije vorm: vorm 123">
                  <a:extLst>
                    <a:ext uri="{FF2B5EF4-FFF2-40B4-BE49-F238E27FC236}">
                      <a16:creationId xmlns:a16="http://schemas.microsoft.com/office/drawing/2014/main" id="{A6C09827-6E1D-8FFD-5FED-6CA43F957A45}"/>
                    </a:ext>
                  </a:extLst>
                </p:cNvPr>
                <p:cNvSpPr/>
                <p:nvPr userDrawn="1"/>
              </p:nvSpPr>
              <p:spPr>
                <a:xfrm>
                  <a:off x="-2303506" y="4269130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6" name="Groep 125">
                  <a:extLst>
                    <a:ext uri="{FF2B5EF4-FFF2-40B4-BE49-F238E27FC236}">
                      <a16:creationId xmlns:a16="http://schemas.microsoft.com/office/drawing/2014/main" id="{05AC54A7-55E3-0983-4131-3354391C47A1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3946178"/>
                  <a:ext cx="184194" cy="143334"/>
                  <a:chOff x="6218544" y="2402421"/>
                  <a:chExt cx="144156" cy="112178"/>
                </a:xfrm>
              </p:grpSpPr>
              <p:sp>
                <p:nvSpPr>
                  <p:cNvPr id="138" name="Rechthoek 137">
                    <a:extLst>
                      <a:ext uri="{FF2B5EF4-FFF2-40B4-BE49-F238E27FC236}">
                        <a16:creationId xmlns:a16="http://schemas.microsoft.com/office/drawing/2014/main" id="{E17C86E9-1227-3F78-0566-485B150EF0D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414588"/>
                    <a:ext cx="144156" cy="10001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0" name="Rechthoek 47">
                    <a:extLst>
                      <a:ext uri="{FF2B5EF4-FFF2-40B4-BE49-F238E27FC236}">
                        <a16:creationId xmlns:a16="http://schemas.microsoft.com/office/drawing/2014/main" id="{D318F11F-621A-1C3C-FF20-96FECEB354B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24587" y="2445544"/>
                    <a:ext cx="95251" cy="6480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2" name="Rechthoek 47">
                    <a:extLst>
                      <a:ext uri="{FF2B5EF4-FFF2-40B4-BE49-F238E27FC236}">
                        <a16:creationId xmlns:a16="http://schemas.microsoft.com/office/drawing/2014/main" id="{F1402E5B-9C95-77D3-7269-E930861D107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6025" y="2457450"/>
                    <a:ext cx="64294" cy="52388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4" name="Koorde 143">
                    <a:extLst>
                      <a:ext uri="{FF2B5EF4-FFF2-40B4-BE49-F238E27FC236}">
                        <a16:creationId xmlns:a16="http://schemas.microsoft.com/office/drawing/2014/main" id="{0774A28A-28B8-2C8C-DA63-3E761FFC5B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0536" y="2402421"/>
                    <a:ext cx="37785" cy="37785"/>
                  </a:xfrm>
                  <a:prstGeom prst="chord">
                    <a:avLst>
                      <a:gd name="adj1" fmla="val 21457318"/>
                      <a:gd name="adj2" fmla="val 11002272"/>
                    </a:avLst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28" name="Groep 127">
                  <a:extLst>
                    <a:ext uri="{FF2B5EF4-FFF2-40B4-BE49-F238E27FC236}">
                      <a16:creationId xmlns:a16="http://schemas.microsoft.com/office/drawing/2014/main" id="{DE69CDA5-C11D-D871-A924-BB4E63B40D55}"/>
                    </a:ext>
                  </a:extLst>
                </p:cNvPr>
                <p:cNvGrpSpPr/>
                <p:nvPr userDrawn="1"/>
              </p:nvGrpSpPr>
              <p:grpSpPr>
                <a:xfrm>
                  <a:off x="-3254609" y="4199853"/>
                  <a:ext cx="184194" cy="124747"/>
                  <a:chOff x="6218544" y="2636044"/>
                  <a:chExt cx="144156" cy="97631"/>
                </a:xfrm>
              </p:grpSpPr>
              <p:sp>
                <p:nvSpPr>
                  <p:cNvPr id="130" name="Rechthoek 129">
                    <a:extLst>
                      <a:ext uri="{FF2B5EF4-FFF2-40B4-BE49-F238E27FC236}">
                        <a16:creationId xmlns:a16="http://schemas.microsoft.com/office/drawing/2014/main" id="{41C4D1BB-CFA2-3DC4-49CB-241C3E6ED35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18544" y="2636044"/>
                    <a:ext cx="144156" cy="928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ap="rnd" cmpd="sng" algn="ctr">
                    <a:solidFill>
                      <a:srgbClr val="818181"/>
                    </a:solidFill>
                    <a:prstDash val="sysDash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" name="Rechthoek 131">
                    <a:extLst>
                      <a:ext uri="{FF2B5EF4-FFF2-40B4-BE49-F238E27FC236}">
                        <a16:creationId xmlns:a16="http://schemas.microsoft.com/office/drawing/2014/main" id="{8FD5E62C-5BFA-1F88-261B-58A7783D66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49409" y="2636045"/>
                    <a:ext cx="85725" cy="97630"/>
                  </a:xfrm>
                  <a:prstGeom prst="rect">
                    <a:avLst/>
                  </a:prstGeom>
                  <a:solidFill>
                    <a:srgbClr val="F0F0F0"/>
                  </a:solidFill>
                  <a:ln w="9525">
                    <a:solidFill>
                      <a:srgbClr val="B7B4B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Ovaal 133">
                    <a:extLst>
                      <a:ext uri="{FF2B5EF4-FFF2-40B4-BE49-F238E27FC236}">
                        <a16:creationId xmlns:a16="http://schemas.microsoft.com/office/drawing/2014/main" id="{FA9D4C38-9B13-0CA6-7303-F4F2501FB3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97938" y="2655636"/>
                    <a:ext cx="21328" cy="21328"/>
                  </a:xfrm>
                  <a:prstGeom prst="ellipse">
                    <a:avLst/>
                  </a:prstGeom>
                  <a:solidFill>
                    <a:srgbClr val="E9C07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47">
                    <a:extLst>
                      <a:ext uri="{FF2B5EF4-FFF2-40B4-BE49-F238E27FC236}">
                        <a16:creationId xmlns:a16="http://schemas.microsoft.com/office/drawing/2014/main" id="{F4EBC1B6-9316-EACB-FDD2-FAB904B381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261434" y="2675670"/>
                    <a:ext cx="45896" cy="37785"/>
                  </a:xfrm>
                  <a:custGeom>
                    <a:avLst/>
                    <a:gdLst>
                      <a:gd name="connsiteX0" fmla="*/ 0 w 148606"/>
                      <a:gd name="connsiteY0" fmla="*/ 0 h 148606"/>
                      <a:gd name="connsiteX1" fmla="*/ 148606 w 148606"/>
                      <a:gd name="connsiteY1" fmla="*/ 0 h 148606"/>
                      <a:gd name="connsiteX2" fmla="*/ 148606 w 148606"/>
                      <a:gd name="connsiteY2" fmla="*/ 148606 h 148606"/>
                      <a:gd name="connsiteX3" fmla="*/ 0 w 148606"/>
                      <a:gd name="connsiteY3" fmla="*/ 148606 h 148606"/>
                      <a:gd name="connsiteX4" fmla="*/ 0 w 148606"/>
                      <a:gd name="connsiteY4" fmla="*/ 0 h 148606"/>
                      <a:gd name="connsiteX0" fmla="*/ 0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0 w 148606"/>
                      <a:gd name="connsiteY3" fmla="*/ 0 h 148606"/>
                      <a:gd name="connsiteX0" fmla="*/ 66675 w 148606"/>
                      <a:gd name="connsiteY0" fmla="*/ 0 h 148606"/>
                      <a:gd name="connsiteX1" fmla="*/ 148606 w 148606"/>
                      <a:gd name="connsiteY1" fmla="*/ 148606 h 148606"/>
                      <a:gd name="connsiteX2" fmla="*/ 0 w 148606"/>
                      <a:gd name="connsiteY2" fmla="*/ 148606 h 148606"/>
                      <a:gd name="connsiteX3" fmla="*/ 66675 w 148606"/>
                      <a:gd name="connsiteY3" fmla="*/ 0 h 148606"/>
                      <a:gd name="connsiteX0" fmla="*/ 71437 w 148606"/>
                      <a:gd name="connsiteY0" fmla="*/ 0 h 120031"/>
                      <a:gd name="connsiteX1" fmla="*/ 148606 w 148606"/>
                      <a:gd name="connsiteY1" fmla="*/ 120031 h 120031"/>
                      <a:gd name="connsiteX2" fmla="*/ 0 w 148606"/>
                      <a:gd name="connsiteY2" fmla="*/ 120031 h 120031"/>
                      <a:gd name="connsiteX3" fmla="*/ 71437 w 148606"/>
                      <a:gd name="connsiteY3" fmla="*/ 0 h 120031"/>
                      <a:gd name="connsiteX0" fmla="*/ 73234 w 151858"/>
                      <a:gd name="connsiteY0" fmla="*/ 0 h 120031"/>
                      <a:gd name="connsiteX1" fmla="*/ 150403 w 151858"/>
                      <a:gd name="connsiteY1" fmla="*/ 120031 h 120031"/>
                      <a:gd name="connsiteX2" fmla="*/ 1797 w 151858"/>
                      <a:gd name="connsiteY2" fmla="*/ 120031 h 120031"/>
                      <a:gd name="connsiteX3" fmla="*/ 73234 w 151858"/>
                      <a:gd name="connsiteY3" fmla="*/ 0 h 120031"/>
                      <a:gd name="connsiteX0" fmla="*/ 73583 w 152474"/>
                      <a:gd name="connsiteY0" fmla="*/ 40 h 120071"/>
                      <a:gd name="connsiteX1" fmla="*/ 150752 w 152474"/>
                      <a:gd name="connsiteY1" fmla="*/ 120071 h 120071"/>
                      <a:gd name="connsiteX2" fmla="*/ 2146 w 152474"/>
                      <a:gd name="connsiteY2" fmla="*/ 120071 h 120071"/>
                      <a:gd name="connsiteX3" fmla="*/ 73583 w 152474"/>
                      <a:gd name="connsiteY3" fmla="*/ 40 h 120071"/>
                      <a:gd name="connsiteX0" fmla="*/ 73583 w 152474"/>
                      <a:gd name="connsiteY0" fmla="*/ 35 h 136734"/>
                      <a:gd name="connsiteX1" fmla="*/ 150752 w 152474"/>
                      <a:gd name="connsiteY1" fmla="*/ 136734 h 136734"/>
                      <a:gd name="connsiteX2" fmla="*/ 2146 w 152474"/>
                      <a:gd name="connsiteY2" fmla="*/ 136734 h 136734"/>
                      <a:gd name="connsiteX3" fmla="*/ 73583 w 152474"/>
                      <a:gd name="connsiteY3" fmla="*/ 35 h 136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74" h="136734">
                        <a:moveTo>
                          <a:pt x="73583" y="35"/>
                        </a:moveTo>
                        <a:cubicBezTo>
                          <a:pt x="110257" y="-2347"/>
                          <a:pt x="162658" y="116729"/>
                          <a:pt x="150752" y="136734"/>
                        </a:cubicBezTo>
                        <a:lnTo>
                          <a:pt x="2146" y="136734"/>
                        </a:lnTo>
                        <a:cubicBezTo>
                          <a:pt x="-10716" y="116729"/>
                          <a:pt x="36909" y="2417"/>
                          <a:pt x="73583" y="35"/>
                        </a:cubicBezTo>
                        <a:close/>
                      </a:path>
                    </a:pathLst>
                  </a:cu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B0F3622E-0F5D-59D0-FEBE-2718EC059A8E}"/>
                </a:ext>
              </a:extLst>
            </p:cNvPr>
            <p:cNvGrpSpPr/>
            <p:nvPr userDrawn="1"/>
          </p:nvGrpSpPr>
          <p:grpSpPr>
            <a:xfrm>
              <a:off x="-938434" y="6078858"/>
              <a:ext cx="627798" cy="576693"/>
              <a:chOff x="-938434" y="4570310"/>
              <a:chExt cx="627798" cy="576693"/>
            </a:xfrm>
          </p:grpSpPr>
          <p:grpSp>
            <p:nvGrpSpPr>
              <p:cNvPr id="10" name="Inspireren">
                <a:extLst>
                  <a:ext uri="{FF2B5EF4-FFF2-40B4-BE49-F238E27FC236}">
                    <a16:creationId xmlns:a16="http://schemas.microsoft.com/office/drawing/2014/main" id="{F87AF4A7-04B1-BBF8-A816-01D0921E7B3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0" name="Freeform 12">
                  <a:extLst>
                    <a:ext uri="{FF2B5EF4-FFF2-40B4-BE49-F238E27FC236}">
                      <a16:creationId xmlns:a16="http://schemas.microsoft.com/office/drawing/2014/main" id="{9108AC35-B6EE-F21C-F59A-81E7FFDFE8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D991A8F3-A2CD-D425-BBD4-565B5F6C9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1B522090-E3AC-5A75-8B31-EAF06D0638A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BC15B9A3-B1B0-86B4-90FD-723A804BBB7B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BB0D7E1-A89F-5777-D530-96C386F0BA07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426795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8AB9285D-949A-9664-7F9E-20F4E35CA87A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4" name="Tijdelijke aanduiding voor tekst 13">
            <a:extLst>
              <a:ext uri="{FF2B5EF4-FFF2-40B4-BE49-F238E27FC236}">
                <a16:creationId xmlns:a16="http://schemas.microsoft.com/office/drawing/2014/main" id="{EC8E31A6-D07F-9318-911E-C9D2190DC4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Tekst, quote &amp; image</a:t>
            </a:r>
            <a:endParaRPr kumimoji="0" lang="nl-NL" sz="16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E2AD809-D973-444C-700F-173E3759E2B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EB03C3AD-0422-9458-BA75-E7AFEF9B3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881188"/>
            <a:ext cx="4526402" cy="3887787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 sz="16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221" name="Titel 2">
            <a:extLst>
              <a:ext uri="{FF2B5EF4-FFF2-40B4-BE49-F238E27FC236}">
                <a16:creationId xmlns:a16="http://schemas.microsoft.com/office/drawing/2014/main" id="{45892E13-85F9-0DDF-E2A5-8A0D371BA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222" name="Tijdelijke aanduiding voor tekst 4">
            <a:extLst>
              <a:ext uri="{FF2B5EF4-FFF2-40B4-BE49-F238E27FC236}">
                <a16:creationId xmlns:a16="http://schemas.microsoft.com/office/drawing/2014/main" id="{31987F3B-CA7E-581A-565F-043273111C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  <a:endParaRPr lang="nl-NL" dirty="0"/>
          </a:p>
        </p:txBody>
      </p:sp>
      <p:grpSp>
        <p:nvGrpSpPr>
          <p:cNvPr id="3" name="INSTRUCTION">
            <a:extLst>
              <a:ext uri="{FF2B5EF4-FFF2-40B4-BE49-F238E27FC236}">
                <a16:creationId xmlns:a16="http://schemas.microsoft.com/office/drawing/2014/main" id="{024785A1-8A2A-9624-E26C-E77F6575EE8E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E519938A-A994-F8B2-1571-1F5C10ED9B7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223" name="Ovaal 222">
              <a:extLst>
                <a:ext uri="{FF2B5EF4-FFF2-40B4-BE49-F238E27FC236}">
                  <a16:creationId xmlns:a16="http://schemas.microsoft.com/office/drawing/2014/main" id="{A20D4546-5D40-0FCE-A91F-DD54D6674BC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24" name="Rechthoek 223">
              <a:extLst>
                <a:ext uri="{FF2B5EF4-FFF2-40B4-BE49-F238E27FC236}">
                  <a16:creationId xmlns:a16="http://schemas.microsoft.com/office/drawing/2014/main" id="{A2F75773-1DFC-0F7C-DB06-B040DCD57AB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225" name="Ovaal 224">
              <a:extLst>
                <a:ext uri="{FF2B5EF4-FFF2-40B4-BE49-F238E27FC236}">
                  <a16:creationId xmlns:a16="http://schemas.microsoft.com/office/drawing/2014/main" id="{E2144BA6-8D2D-D84C-24FA-F042D8813B1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6" name="Rechthoek 225">
              <a:extLst>
                <a:ext uri="{FF2B5EF4-FFF2-40B4-BE49-F238E27FC236}">
                  <a16:creationId xmlns:a16="http://schemas.microsoft.com/office/drawing/2014/main" id="{018EA58C-3E32-4E4E-3239-402E7EE213A1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27" name="Rechthoek 226">
              <a:extLst>
                <a:ext uri="{FF2B5EF4-FFF2-40B4-BE49-F238E27FC236}">
                  <a16:creationId xmlns:a16="http://schemas.microsoft.com/office/drawing/2014/main" id="{60D4D6EF-C1CB-B436-81CA-EA8801F4EAA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228" name="Ovaal 227">
              <a:extLst>
                <a:ext uri="{FF2B5EF4-FFF2-40B4-BE49-F238E27FC236}">
                  <a16:creationId xmlns:a16="http://schemas.microsoft.com/office/drawing/2014/main" id="{D759F485-879B-2470-8567-8ECE0A7318D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9" name="Rechthoek 228">
              <a:extLst>
                <a:ext uri="{FF2B5EF4-FFF2-40B4-BE49-F238E27FC236}">
                  <a16:creationId xmlns:a16="http://schemas.microsoft.com/office/drawing/2014/main" id="{23D597CD-34CD-10E5-AF37-7D82938890B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30" name="Ovaal 229">
              <a:extLst>
                <a:ext uri="{FF2B5EF4-FFF2-40B4-BE49-F238E27FC236}">
                  <a16:creationId xmlns:a16="http://schemas.microsoft.com/office/drawing/2014/main" id="{9F5CF773-51A8-9287-C61A-D9842B65E6F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31" name="Rechthoek 230">
              <a:extLst>
                <a:ext uri="{FF2B5EF4-FFF2-40B4-BE49-F238E27FC236}">
                  <a16:creationId xmlns:a16="http://schemas.microsoft.com/office/drawing/2014/main" id="{EB025EA8-884A-4264-E180-181903F85AA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232" name="Ovaal 231">
              <a:extLst>
                <a:ext uri="{FF2B5EF4-FFF2-40B4-BE49-F238E27FC236}">
                  <a16:creationId xmlns:a16="http://schemas.microsoft.com/office/drawing/2014/main" id="{D5947378-2EBD-BDF6-4BFE-BEDF4A30375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33" name="Rechthoek 232">
              <a:extLst>
                <a:ext uri="{FF2B5EF4-FFF2-40B4-BE49-F238E27FC236}">
                  <a16:creationId xmlns:a16="http://schemas.microsoft.com/office/drawing/2014/main" id="{33A94B48-F396-AAC3-12D7-9ABB9369A315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234" name="Ovaal 233">
              <a:extLst>
                <a:ext uri="{FF2B5EF4-FFF2-40B4-BE49-F238E27FC236}">
                  <a16:creationId xmlns:a16="http://schemas.microsoft.com/office/drawing/2014/main" id="{2D409996-956E-C6CA-7A34-39747A0F7C0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35" name="Rechthoek 234">
              <a:extLst>
                <a:ext uri="{FF2B5EF4-FFF2-40B4-BE49-F238E27FC236}">
                  <a16:creationId xmlns:a16="http://schemas.microsoft.com/office/drawing/2014/main" id="{5F1500AE-C778-4EE7-5D3A-8AF662AF1C8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236" name="Ovaal 235">
              <a:extLst>
                <a:ext uri="{FF2B5EF4-FFF2-40B4-BE49-F238E27FC236}">
                  <a16:creationId xmlns:a16="http://schemas.microsoft.com/office/drawing/2014/main" id="{DA7A03D4-B746-AFF9-3F5A-B1DBE6C6C8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37" name="Rechthoek 236">
              <a:extLst>
                <a:ext uri="{FF2B5EF4-FFF2-40B4-BE49-F238E27FC236}">
                  <a16:creationId xmlns:a16="http://schemas.microsoft.com/office/drawing/2014/main" id="{DDD0BBD0-73D0-8688-639B-204CD2CD0940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38" name="Ovaal 237">
              <a:extLst>
                <a:ext uri="{FF2B5EF4-FFF2-40B4-BE49-F238E27FC236}">
                  <a16:creationId xmlns:a16="http://schemas.microsoft.com/office/drawing/2014/main" id="{75247294-D04A-12A3-8890-3EEC600E60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39" name="Rechthoek 238">
              <a:extLst>
                <a:ext uri="{FF2B5EF4-FFF2-40B4-BE49-F238E27FC236}">
                  <a16:creationId xmlns:a16="http://schemas.microsoft.com/office/drawing/2014/main" id="{07D65566-F78E-9793-B233-9B0DE9706F7B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40" name="Ovaal 239">
              <a:extLst>
                <a:ext uri="{FF2B5EF4-FFF2-40B4-BE49-F238E27FC236}">
                  <a16:creationId xmlns:a16="http://schemas.microsoft.com/office/drawing/2014/main" id="{EEED6A0B-9A1A-8A72-D7B7-20ACAF5C447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1" name="Rechthoek 240">
              <a:extLst>
                <a:ext uri="{FF2B5EF4-FFF2-40B4-BE49-F238E27FC236}">
                  <a16:creationId xmlns:a16="http://schemas.microsoft.com/office/drawing/2014/main" id="{88217D42-FC8A-1ACD-62CB-E512A4775ED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242" name="Rechthoek 241">
              <a:extLst>
                <a:ext uri="{FF2B5EF4-FFF2-40B4-BE49-F238E27FC236}">
                  <a16:creationId xmlns:a16="http://schemas.microsoft.com/office/drawing/2014/main" id="{716B4A37-8FC7-A3D8-5718-3E6B4AAC957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43" name="ICOON_info">
              <a:extLst>
                <a:ext uri="{FF2B5EF4-FFF2-40B4-BE49-F238E27FC236}">
                  <a16:creationId xmlns:a16="http://schemas.microsoft.com/office/drawing/2014/main" id="{495D619A-65EC-9EC4-334A-9EE53D76BB81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91" name="Ovaal 290">
                <a:extLst>
                  <a:ext uri="{FF2B5EF4-FFF2-40B4-BE49-F238E27FC236}">
                    <a16:creationId xmlns:a16="http://schemas.microsoft.com/office/drawing/2014/main" id="{E992826A-789A-C5FB-18C6-B3E9060E47F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2" name="Graphic 163" descr="Informatie">
                <a:extLst>
                  <a:ext uri="{FF2B5EF4-FFF2-40B4-BE49-F238E27FC236}">
                    <a16:creationId xmlns:a16="http://schemas.microsoft.com/office/drawing/2014/main" id="{92402E9F-96D6-4867-C1D2-9542919DBC9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4" name="VOORBEELD">
              <a:extLst>
                <a:ext uri="{FF2B5EF4-FFF2-40B4-BE49-F238E27FC236}">
                  <a16:creationId xmlns:a16="http://schemas.microsoft.com/office/drawing/2014/main" id="{421EACA8-881F-220B-ED40-B762758CDC6B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51" name="Rechthoek 250">
                <a:extLst>
                  <a:ext uri="{FF2B5EF4-FFF2-40B4-BE49-F238E27FC236}">
                    <a16:creationId xmlns:a16="http://schemas.microsoft.com/office/drawing/2014/main" id="{B3E578EF-1AFB-A4E2-FC52-3EF5649D0E3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252" name="Rechthoek 251">
                <a:extLst>
                  <a:ext uri="{FF2B5EF4-FFF2-40B4-BE49-F238E27FC236}">
                    <a16:creationId xmlns:a16="http://schemas.microsoft.com/office/drawing/2014/main" id="{2F8C20B0-793F-1D16-8EAC-3C81AF16429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53" name="Groep 252">
                <a:extLst>
                  <a:ext uri="{FF2B5EF4-FFF2-40B4-BE49-F238E27FC236}">
                    <a16:creationId xmlns:a16="http://schemas.microsoft.com/office/drawing/2014/main" id="{B06C8C98-C347-E302-9F6C-6EA97FA6CC0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84" name="Groep 283">
                  <a:extLst>
                    <a:ext uri="{FF2B5EF4-FFF2-40B4-BE49-F238E27FC236}">
                      <a16:creationId xmlns:a16="http://schemas.microsoft.com/office/drawing/2014/main" id="{2A88877D-C4CD-E19A-408D-36ADF6D491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86" name="Rechte verbindingslijn 285">
                    <a:extLst>
                      <a:ext uri="{FF2B5EF4-FFF2-40B4-BE49-F238E27FC236}">
                        <a16:creationId xmlns:a16="http://schemas.microsoft.com/office/drawing/2014/main" id="{39578D7E-B850-3A5D-971A-3D337ED952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7" name="Rechte verbindingslijn 286">
                    <a:extLst>
                      <a:ext uri="{FF2B5EF4-FFF2-40B4-BE49-F238E27FC236}">
                        <a16:creationId xmlns:a16="http://schemas.microsoft.com/office/drawing/2014/main" id="{87FAE7D4-BAE5-6363-9EF9-E6E166ECEC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8" name="Rechte verbindingslijn 287">
                    <a:extLst>
                      <a:ext uri="{FF2B5EF4-FFF2-40B4-BE49-F238E27FC236}">
                        <a16:creationId xmlns:a16="http://schemas.microsoft.com/office/drawing/2014/main" id="{8F54ACFA-A42E-3642-74AB-DB9822CF76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9" name="Rechte verbindingslijn 288">
                    <a:extLst>
                      <a:ext uri="{FF2B5EF4-FFF2-40B4-BE49-F238E27FC236}">
                        <a16:creationId xmlns:a16="http://schemas.microsoft.com/office/drawing/2014/main" id="{09C4C02D-237E-6DE8-0A02-93A4F51A3A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90" name="Rechte verbindingslijn 289">
                    <a:extLst>
                      <a:ext uri="{FF2B5EF4-FFF2-40B4-BE49-F238E27FC236}">
                        <a16:creationId xmlns:a16="http://schemas.microsoft.com/office/drawing/2014/main" id="{39BC8A3D-60AF-8C9D-69F7-1A82B832F3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85" name="Pijl: rechts 284">
                  <a:extLst>
                    <a:ext uri="{FF2B5EF4-FFF2-40B4-BE49-F238E27FC236}">
                      <a16:creationId xmlns:a16="http://schemas.microsoft.com/office/drawing/2014/main" id="{982DDF98-DB72-CEC0-132B-FA90DF1FE61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54" name="Groep 253">
                <a:extLst>
                  <a:ext uri="{FF2B5EF4-FFF2-40B4-BE49-F238E27FC236}">
                    <a16:creationId xmlns:a16="http://schemas.microsoft.com/office/drawing/2014/main" id="{4B7FBC34-1DDA-5545-9C90-E9B217FE571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77" name="Groep 276">
                  <a:extLst>
                    <a:ext uri="{FF2B5EF4-FFF2-40B4-BE49-F238E27FC236}">
                      <a16:creationId xmlns:a16="http://schemas.microsoft.com/office/drawing/2014/main" id="{EE1A9F5E-AD91-32B1-5E74-84785DA6236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79" name="Rechte verbindingslijn 278">
                    <a:extLst>
                      <a:ext uri="{FF2B5EF4-FFF2-40B4-BE49-F238E27FC236}">
                        <a16:creationId xmlns:a16="http://schemas.microsoft.com/office/drawing/2014/main" id="{3244BA5C-7EBD-9C18-46A4-169AEDF6C0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0" name="Rechte verbindingslijn 279">
                    <a:extLst>
                      <a:ext uri="{FF2B5EF4-FFF2-40B4-BE49-F238E27FC236}">
                        <a16:creationId xmlns:a16="http://schemas.microsoft.com/office/drawing/2014/main" id="{C1474D50-D6F2-8620-9501-F9F2F42AC8E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1" name="Rechte verbindingslijn 280">
                    <a:extLst>
                      <a:ext uri="{FF2B5EF4-FFF2-40B4-BE49-F238E27FC236}">
                        <a16:creationId xmlns:a16="http://schemas.microsoft.com/office/drawing/2014/main" id="{6D686904-04F2-1574-F25E-F74870BF91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2" name="Rechte verbindingslijn 281">
                    <a:extLst>
                      <a:ext uri="{FF2B5EF4-FFF2-40B4-BE49-F238E27FC236}">
                        <a16:creationId xmlns:a16="http://schemas.microsoft.com/office/drawing/2014/main" id="{16DDA9C0-A1BF-8E3B-645C-27067F25B8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83" name="Rechte verbindingslijn 282">
                    <a:extLst>
                      <a:ext uri="{FF2B5EF4-FFF2-40B4-BE49-F238E27FC236}">
                        <a16:creationId xmlns:a16="http://schemas.microsoft.com/office/drawing/2014/main" id="{AF5DF953-6B0A-49CC-29A3-1010D70EC27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78" name="Pijl: rechts 277">
                  <a:extLst>
                    <a:ext uri="{FF2B5EF4-FFF2-40B4-BE49-F238E27FC236}">
                      <a16:creationId xmlns:a16="http://schemas.microsoft.com/office/drawing/2014/main" id="{CE87DFF1-F325-E4FF-0864-797F813287A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55" name="Rechte verbindingslijn 254">
                <a:extLst>
                  <a:ext uri="{FF2B5EF4-FFF2-40B4-BE49-F238E27FC236}">
                    <a16:creationId xmlns:a16="http://schemas.microsoft.com/office/drawing/2014/main" id="{649E1A74-F974-BF3D-3B96-E316EA892F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56" name="Rechte verbindingslijn 255">
                <a:extLst>
                  <a:ext uri="{FF2B5EF4-FFF2-40B4-BE49-F238E27FC236}">
                    <a16:creationId xmlns:a16="http://schemas.microsoft.com/office/drawing/2014/main" id="{322B7F72-6523-0EBA-43F3-FFF914C56A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57" name="Rechthoek 256">
                <a:extLst>
                  <a:ext uri="{FF2B5EF4-FFF2-40B4-BE49-F238E27FC236}">
                    <a16:creationId xmlns:a16="http://schemas.microsoft.com/office/drawing/2014/main" id="{FF5F3D3D-6877-0F3F-ED52-6E46166BCDC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258" name="Rechthoek 257">
                <a:extLst>
                  <a:ext uri="{FF2B5EF4-FFF2-40B4-BE49-F238E27FC236}">
                    <a16:creationId xmlns:a16="http://schemas.microsoft.com/office/drawing/2014/main" id="{1683B977-293D-62F2-AAA2-A57B08CAFE8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259" name="Groep 258">
                <a:extLst>
                  <a:ext uri="{FF2B5EF4-FFF2-40B4-BE49-F238E27FC236}">
                    <a16:creationId xmlns:a16="http://schemas.microsoft.com/office/drawing/2014/main" id="{7E025321-EEEF-5963-0266-B1B3D578589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69" name="Rechthoek 268">
                  <a:extLst>
                    <a:ext uri="{FF2B5EF4-FFF2-40B4-BE49-F238E27FC236}">
                      <a16:creationId xmlns:a16="http://schemas.microsoft.com/office/drawing/2014/main" id="{3CA82922-BB1D-C8E1-5A1C-35AAA99A05B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70" name="Groep 269">
                  <a:extLst>
                    <a:ext uri="{FF2B5EF4-FFF2-40B4-BE49-F238E27FC236}">
                      <a16:creationId xmlns:a16="http://schemas.microsoft.com/office/drawing/2014/main" id="{D092B790-F0FC-3AA2-A0BE-50BEC46CB50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72" name="Rechte verbindingslijn 271">
                    <a:extLst>
                      <a:ext uri="{FF2B5EF4-FFF2-40B4-BE49-F238E27FC236}">
                        <a16:creationId xmlns:a16="http://schemas.microsoft.com/office/drawing/2014/main" id="{CACDE66A-825E-DBA3-920E-563A01DE08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73" name="Rechte verbindingslijn 272">
                    <a:extLst>
                      <a:ext uri="{FF2B5EF4-FFF2-40B4-BE49-F238E27FC236}">
                        <a16:creationId xmlns:a16="http://schemas.microsoft.com/office/drawing/2014/main" id="{4DDD60FC-09C5-4B95-8955-0DC3B7EC1C9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74" name="Rechte verbindingslijn 273">
                    <a:extLst>
                      <a:ext uri="{FF2B5EF4-FFF2-40B4-BE49-F238E27FC236}">
                        <a16:creationId xmlns:a16="http://schemas.microsoft.com/office/drawing/2014/main" id="{1A85E8E3-6BDD-1DE2-C06E-8A768C7593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75" name="Rechte verbindingslijn 274">
                    <a:extLst>
                      <a:ext uri="{FF2B5EF4-FFF2-40B4-BE49-F238E27FC236}">
                        <a16:creationId xmlns:a16="http://schemas.microsoft.com/office/drawing/2014/main" id="{2DF8B73E-9FBA-B19E-10FC-6739223D33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76" name="Rechte verbindingslijn 275">
                    <a:extLst>
                      <a:ext uri="{FF2B5EF4-FFF2-40B4-BE49-F238E27FC236}">
                        <a16:creationId xmlns:a16="http://schemas.microsoft.com/office/drawing/2014/main" id="{A8D11EE2-392C-F2D0-A942-31C9480A9A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71" name="Pijl: rechts 270">
                  <a:extLst>
                    <a:ext uri="{FF2B5EF4-FFF2-40B4-BE49-F238E27FC236}">
                      <a16:creationId xmlns:a16="http://schemas.microsoft.com/office/drawing/2014/main" id="{0FFF3512-94AA-FAA8-F04B-631FE63E561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0" name="Groep 259">
                <a:extLst>
                  <a:ext uri="{FF2B5EF4-FFF2-40B4-BE49-F238E27FC236}">
                    <a16:creationId xmlns:a16="http://schemas.microsoft.com/office/drawing/2014/main" id="{65872A99-7E5E-62A5-3E31-21BBFFD328C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61" name="Rechthoek 260">
                  <a:extLst>
                    <a:ext uri="{FF2B5EF4-FFF2-40B4-BE49-F238E27FC236}">
                      <a16:creationId xmlns:a16="http://schemas.microsoft.com/office/drawing/2014/main" id="{EC88DD54-F86E-3980-4676-232D21F5A979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62" name="Groep 261">
                  <a:extLst>
                    <a:ext uri="{FF2B5EF4-FFF2-40B4-BE49-F238E27FC236}">
                      <a16:creationId xmlns:a16="http://schemas.microsoft.com/office/drawing/2014/main" id="{C78A0902-23DB-F45A-69F0-7E4FD0C9C26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64" name="Rechte verbindingslijn 263">
                    <a:extLst>
                      <a:ext uri="{FF2B5EF4-FFF2-40B4-BE49-F238E27FC236}">
                        <a16:creationId xmlns:a16="http://schemas.microsoft.com/office/drawing/2014/main" id="{40A29D02-94B8-98A2-5222-24EB579C40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5" name="Rechte verbindingslijn 264">
                    <a:extLst>
                      <a:ext uri="{FF2B5EF4-FFF2-40B4-BE49-F238E27FC236}">
                        <a16:creationId xmlns:a16="http://schemas.microsoft.com/office/drawing/2014/main" id="{F5F35116-D514-6A6C-CAD9-BDC3BF783F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6" name="Rechte verbindingslijn 265">
                    <a:extLst>
                      <a:ext uri="{FF2B5EF4-FFF2-40B4-BE49-F238E27FC236}">
                        <a16:creationId xmlns:a16="http://schemas.microsoft.com/office/drawing/2014/main" id="{1767C4FF-442D-D1DC-86DC-6D7F5A9625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7" name="Rechte verbindingslijn 266">
                    <a:extLst>
                      <a:ext uri="{FF2B5EF4-FFF2-40B4-BE49-F238E27FC236}">
                        <a16:creationId xmlns:a16="http://schemas.microsoft.com/office/drawing/2014/main" id="{273DC600-3A92-DBA7-955A-584F6CC819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8" name="Rechte verbindingslijn 267">
                    <a:extLst>
                      <a:ext uri="{FF2B5EF4-FFF2-40B4-BE49-F238E27FC236}">
                        <a16:creationId xmlns:a16="http://schemas.microsoft.com/office/drawing/2014/main" id="{7C4729C8-C770-CD88-4066-41B75D3B1A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63" name="Pijl: rechts 262">
                  <a:extLst>
                    <a:ext uri="{FF2B5EF4-FFF2-40B4-BE49-F238E27FC236}">
                      <a16:creationId xmlns:a16="http://schemas.microsoft.com/office/drawing/2014/main" id="{2AA02680-0C68-F03B-5363-A6D579FA712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45" name="Groep 244">
              <a:extLst>
                <a:ext uri="{FF2B5EF4-FFF2-40B4-BE49-F238E27FC236}">
                  <a16:creationId xmlns:a16="http://schemas.microsoft.com/office/drawing/2014/main" id="{90275936-DA42-035F-9241-5899EE499545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246" name="Inspireren">
                <a:extLst>
                  <a:ext uri="{FF2B5EF4-FFF2-40B4-BE49-F238E27FC236}">
                    <a16:creationId xmlns:a16="http://schemas.microsoft.com/office/drawing/2014/main" id="{79C6E5AF-E649-352B-5713-B31D91519805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48" name="Freeform 12">
                  <a:extLst>
                    <a:ext uri="{FF2B5EF4-FFF2-40B4-BE49-F238E27FC236}">
                      <a16:creationId xmlns:a16="http://schemas.microsoft.com/office/drawing/2014/main" id="{530C0B68-C19D-6AAD-B1F3-95B04E2FFD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249" name="Freeform 13">
                  <a:extLst>
                    <a:ext uri="{FF2B5EF4-FFF2-40B4-BE49-F238E27FC236}">
                      <a16:creationId xmlns:a16="http://schemas.microsoft.com/office/drawing/2014/main" id="{96042C6E-64B3-5CEA-CB6C-8562369CF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250" name="Freeform 14">
                  <a:extLst>
                    <a:ext uri="{FF2B5EF4-FFF2-40B4-BE49-F238E27FC236}">
                      <a16:creationId xmlns:a16="http://schemas.microsoft.com/office/drawing/2014/main" id="{4F6607AA-49FA-D5A5-E632-D756C5714A4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247" name="Tekstvak 246">
                <a:extLst>
                  <a:ext uri="{FF2B5EF4-FFF2-40B4-BE49-F238E27FC236}">
                    <a16:creationId xmlns:a16="http://schemas.microsoft.com/office/drawing/2014/main" id="{B76C79AD-88E1-5354-5406-F6FA0F11A20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grpSp>
        <p:nvGrpSpPr>
          <p:cNvPr id="362" name="INSTRUCTIE">
            <a:extLst>
              <a:ext uri="{FF2B5EF4-FFF2-40B4-BE49-F238E27FC236}">
                <a16:creationId xmlns:a16="http://schemas.microsoft.com/office/drawing/2014/main" id="{F8BD4EC8-D984-125B-E2B1-876C698F20DF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363" name="Rechthoek 362">
              <a:extLst>
                <a:ext uri="{FF2B5EF4-FFF2-40B4-BE49-F238E27FC236}">
                  <a16:creationId xmlns:a16="http://schemas.microsoft.com/office/drawing/2014/main" id="{D91E6B67-1B2E-F14E-91FB-4465F1CF97F3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364" name="Rechthoek 363">
              <a:extLst>
                <a:ext uri="{FF2B5EF4-FFF2-40B4-BE49-F238E27FC236}">
                  <a16:creationId xmlns:a16="http://schemas.microsoft.com/office/drawing/2014/main" id="{E9F104E9-FE5C-CE17-EE88-DE61D9F1D591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65" name="Gelijkbenige driehoek 364">
              <a:extLst>
                <a:ext uri="{FF2B5EF4-FFF2-40B4-BE49-F238E27FC236}">
                  <a16:creationId xmlns:a16="http://schemas.microsoft.com/office/drawing/2014/main" id="{62065605-4580-98AE-9083-45A16A6C0423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INSTRUCTIE">
            <a:extLst>
              <a:ext uri="{FF2B5EF4-FFF2-40B4-BE49-F238E27FC236}">
                <a16:creationId xmlns:a16="http://schemas.microsoft.com/office/drawing/2014/main" id="{47408281-03FC-653C-564E-E41F88DCA99E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19C893E3-A074-4D0C-651B-81F18B2AB22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C59C3467-F8FA-C52A-CE6F-7D9F07B65D1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9A0D550-B75C-AD89-0B05-F89E9D43971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927A6C90-2989-063C-F3ED-95EF4FE82649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DE96BB2A-ACBD-24B7-1F3B-517B4F21AB33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2D95F9DA-8188-3F57-75A2-B5573D4F5585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1EE3B9EC-E1D0-CF02-6C1A-3765A7BEBD27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7A0F90A1-D70B-F774-B2FC-FEF1C4DC570F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274815A4-4463-9CDD-978E-D222B6134618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4700F963-E2D2-8AEA-D895-137AA70DAE7C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E541E21C-69D6-8AEA-439F-9D2C54137231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60" name="Tekstvak 59">
                <a:extLst>
                  <a:ext uri="{FF2B5EF4-FFF2-40B4-BE49-F238E27FC236}">
                    <a16:creationId xmlns:a16="http://schemas.microsoft.com/office/drawing/2014/main" id="{22C85B3E-9063-C5B3-1808-43FC2E2BBCE1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1" name="Vrije vorm: vorm 60">
                <a:extLst>
                  <a:ext uri="{FF2B5EF4-FFF2-40B4-BE49-F238E27FC236}">
                    <a16:creationId xmlns:a16="http://schemas.microsoft.com/office/drawing/2014/main" id="{083233E0-DC6A-8B4A-3908-D37F847BC4FD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Gelijkbenige driehoek 61">
                <a:extLst>
                  <a:ext uri="{FF2B5EF4-FFF2-40B4-BE49-F238E27FC236}">
                    <a16:creationId xmlns:a16="http://schemas.microsoft.com/office/drawing/2014/main" id="{DB34C0F5-07D6-E0E5-A159-83E6C6214D95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927CFE4C-0D41-0E12-E008-99C5CD1BB1DA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32" name="Rechthoek 131">
                  <a:extLst>
                    <a:ext uri="{FF2B5EF4-FFF2-40B4-BE49-F238E27FC236}">
                      <a16:creationId xmlns:a16="http://schemas.microsoft.com/office/drawing/2014/main" id="{575900B1-EB42-AF2A-0602-62B3CDB02886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3" name="Rechthoek 132">
                  <a:extLst>
                    <a:ext uri="{FF2B5EF4-FFF2-40B4-BE49-F238E27FC236}">
                      <a16:creationId xmlns:a16="http://schemas.microsoft.com/office/drawing/2014/main" id="{8F22E173-1E80-565C-3703-87A518EC60C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C83A9BD8-85CB-6E46-7567-CDC7FD779F9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C1166FFB-7B63-45F3-A7B9-DFCAFB903E7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4247BFEF-7543-4AF5-C378-6426ED3C4BB1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697A92C8-B06D-CAE4-1C58-1632EBCCA9A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E3870E30-6CFA-1AB6-FD5B-93D1A697904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D149AA8-076A-F534-2418-3925DCDFA92C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7BC9219C-DCE5-AAD0-6BE9-F83852750E90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3" name="Vrije vorm: vorm 52">
                  <a:extLst>
                    <a:ext uri="{FF2B5EF4-FFF2-40B4-BE49-F238E27FC236}">
                      <a16:creationId xmlns:a16="http://schemas.microsoft.com/office/drawing/2014/main" id="{EE2BCDD4-2711-509F-00B6-7D349BFF204D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4" name="Groep 53">
                  <a:extLst>
                    <a:ext uri="{FF2B5EF4-FFF2-40B4-BE49-F238E27FC236}">
                      <a16:creationId xmlns:a16="http://schemas.microsoft.com/office/drawing/2014/main" id="{109E4E48-CB73-21F0-0902-215A50474441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5" name="Vrije vorm: vorm 54">
                    <a:extLst>
                      <a:ext uri="{FF2B5EF4-FFF2-40B4-BE49-F238E27FC236}">
                        <a16:creationId xmlns:a16="http://schemas.microsoft.com/office/drawing/2014/main" id="{D75936DF-8E75-0618-7C3C-030AA4090D75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6" name="Vrije vorm: vorm 55">
                    <a:extLst>
                      <a:ext uri="{FF2B5EF4-FFF2-40B4-BE49-F238E27FC236}">
                        <a16:creationId xmlns:a16="http://schemas.microsoft.com/office/drawing/2014/main" id="{DAF6C67D-DC5E-0E94-F617-9123AF32E274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2" name="Tekstvak 51">
                <a:extLst>
                  <a:ext uri="{FF2B5EF4-FFF2-40B4-BE49-F238E27FC236}">
                    <a16:creationId xmlns:a16="http://schemas.microsoft.com/office/drawing/2014/main" id="{38E600BC-2F95-CAA3-1835-92DC1C9E50D5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1CD6C664-7FC9-EEAF-A1E5-4022986572A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68D066EC-F704-A1DB-54C1-47197FC53759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B2ED9C0F-FC04-5A5F-628A-33E08B495154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E3DD7CE4-DA4C-0F51-2263-65FD9ACABBB5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5" name="Groep 34">
                <a:extLst>
                  <a:ext uri="{FF2B5EF4-FFF2-40B4-BE49-F238E27FC236}">
                    <a16:creationId xmlns:a16="http://schemas.microsoft.com/office/drawing/2014/main" id="{73ED8499-4C9A-66F6-9B6A-06459D674D3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988A66BE-5444-8373-356B-A22E39A5EA5E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5" name="Groep 44">
                    <a:extLst>
                      <a:ext uri="{FF2B5EF4-FFF2-40B4-BE49-F238E27FC236}">
                        <a16:creationId xmlns:a16="http://schemas.microsoft.com/office/drawing/2014/main" id="{3D0D1FCF-6929-46DD-ACBA-7639BF19B90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08A2544A-1907-5595-2DCE-BACB7BA08B5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Rechthoek 48">
                      <a:extLst>
                        <a:ext uri="{FF2B5EF4-FFF2-40B4-BE49-F238E27FC236}">
                          <a16:creationId xmlns:a16="http://schemas.microsoft.com/office/drawing/2014/main" id="{B9C89B0F-240E-7573-58F3-E3486FFB2F1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0" name="Ovaal 49">
                      <a:extLst>
                        <a:ext uri="{FF2B5EF4-FFF2-40B4-BE49-F238E27FC236}">
                          <a16:creationId xmlns:a16="http://schemas.microsoft.com/office/drawing/2014/main" id="{93E2F8AD-5DAA-AC3D-A967-0944F6E5D45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FE59686C-4CB9-C75E-5B4C-BE43D01DB10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7" name="Afbeelding 46">
                    <a:extLst>
                      <a:ext uri="{FF2B5EF4-FFF2-40B4-BE49-F238E27FC236}">
                        <a16:creationId xmlns:a16="http://schemas.microsoft.com/office/drawing/2014/main" id="{A4BEAFB8-D634-5B3E-1F2C-853F5DD59F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9922F3CA-93EC-4527-BD2B-D445724B5EB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3F276045-D273-7259-79DF-543152D35C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Rechthoek 43">
                    <a:extLst>
                      <a:ext uri="{FF2B5EF4-FFF2-40B4-BE49-F238E27FC236}">
                        <a16:creationId xmlns:a16="http://schemas.microsoft.com/office/drawing/2014/main" id="{7B54C6BF-E51E-BB81-8744-29E03DB4980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40" name="Groep 39">
                  <a:extLst>
                    <a:ext uri="{FF2B5EF4-FFF2-40B4-BE49-F238E27FC236}">
                      <a16:creationId xmlns:a16="http://schemas.microsoft.com/office/drawing/2014/main" id="{057D0F48-B62D-8DC4-1EF9-5E2D14D836A0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11D75BB-8EB1-CE03-BD39-9D3405A4CA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D7023C9C-0DF3-AC6B-2206-84C55497BC8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9A3005ED-2F60-6B52-97AB-732187067994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7" name="Gelijkbenige driehoek 36">
                <a:extLst>
                  <a:ext uri="{FF2B5EF4-FFF2-40B4-BE49-F238E27FC236}">
                    <a16:creationId xmlns:a16="http://schemas.microsoft.com/office/drawing/2014/main" id="{ED66B8E6-5F0B-985C-620F-1F5EC602ADA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7059006C-0ED2-A23E-5820-73641CE02804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EB6FA61F-2F23-A68B-734C-7812B3899A11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319A6ACA-E73D-A756-472D-DDA93523A74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Graphic 163" descr="Informatie">
                <a:extLst>
                  <a:ext uri="{FF2B5EF4-FFF2-40B4-BE49-F238E27FC236}">
                    <a16:creationId xmlns:a16="http://schemas.microsoft.com/office/drawing/2014/main" id="{ACCAF11F-B0E2-E2D7-B3F4-DE4220A0A59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3B489E09-C3AC-0600-BD83-EA78387EA31D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8527B16D-95E9-A0A5-5ABC-6132EBE7B7F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3EDD2151-0903-F87E-FD1E-7DF7AE8F52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15002974-AA07-1F9E-92E3-D290AFB80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96936A0E-108B-1B17-B06D-FAE6D45DF1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20B6EEDB-C3F0-0017-7E5F-CA5FA1865B7D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136" name="Picture Placeholder 2">
            <a:extLst>
              <a:ext uri="{FF2B5EF4-FFF2-40B4-BE49-F238E27FC236}">
                <a16:creationId xmlns:a16="http://schemas.microsoft.com/office/drawing/2014/main" id="{6DA71E63-BD4B-C9B7-25D0-26B09C2DA23F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8036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intermediat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5BC1CA0-BD6C-F377-1D8E-B6628306CE13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9C3478B2-345F-A542-4BCC-ABA7B09386F8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Selecteer dit kader, ga naar de tab ‘Slidebuilder’, klik op ‘Afbeeldingen’, selecteer de gewenste afbeelding en klik op ‘Invoegen’.</a:t>
            </a:r>
          </a:p>
        </p:txBody>
      </p:sp>
      <p:sp>
        <p:nvSpPr>
          <p:cNvPr id="21" name="Tijdelijke aanduiding voor tekst 13">
            <a:extLst>
              <a:ext uri="{FF2B5EF4-FFF2-40B4-BE49-F238E27FC236}">
                <a16:creationId xmlns:a16="http://schemas.microsoft.com/office/drawing/2014/main" id="{FEB67B49-9821-057A-C509-F934E32B642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0" y="0"/>
            <a:ext cx="12189088" cy="6858000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69595">
                <a:schemeClr val="tx1">
                  <a:alpha val="0"/>
                </a:schemeClr>
              </a:gs>
              <a:gs pos="50000">
                <a:schemeClr val="tx1">
                  <a:alpha val="40000"/>
                </a:schemeClr>
              </a:gs>
            </a:gsLst>
            <a:lin ang="20400000" scaled="0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8922" y="2517666"/>
            <a:ext cx="3433762" cy="31164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Plaats hier je subtitel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ACF1EB8F-C1DB-64E5-C558-09648E5B0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82656"/>
            <a:ext cx="12193200" cy="264608"/>
          </a:xfrm>
        </p:spPr>
        <p:txBody>
          <a:bodyPr anchor="ctr" anchorCtr="0"/>
          <a:lstStyle>
            <a:lvl1pPr>
              <a:defRPr sz="1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l-NL"/>
              <a:t>Client intermediate #1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342196B3-AAA0-4110-12B0-03A8C3F58E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8922" y="2954338"/>
            <a:ext cx="7218362" cy="1612900"/>
          </a:xfrm>
        </p:spPr>
        <p:txBody>
          <a:bodyPr anchor="t" anchorCtr="0"/>
          <a:lstStyle>
            <a:lvl1pPr marL="0" indent="0"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05B5720B-8744-9913-025C-B6FA50B36842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grpSp>
        <p:nvGrpSpPr>
          <p:cNvPr id="152" name="INSTRUCTIE">
            <a:extLst>
              <a:ext uri="{FF2B5EF4-FFF2-40B4-BE49-F238E27FC236}">
                <a16:creationId xmlns:a16="http://schemas.microsoft.com/office/drawing/2014/main" id="{E9A4EF09-F616-726D-F65E-210BDAF665E0}"/>
              </a:ext>
            </a:extLst>
          </p:cNvPr>
          <p:cNvGrpSpPr/>
          <p:nvPr userDrawn="1"/>
        </p:nvGrpSpPr>
        <p:grpSpPr>
          <a:xfrm>
            <a:off x="12274716" y="-1699419"/>
            <a:ext cx="3695970" cy="1515649"/>
            <a:chOff x="-3889316" y="-1699419"/>
            <a:chExt cx="3695970" cy="15156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E9930F29-079E-D75B-A572-2F776FF72307}"/>
                </a:ext>
              </a:extLst>
            </p:cNvPr>
            <p:cNvSpPr/>
            <p:nvPr userDrawn="1"/>
          </p:nvSpPr>
          <p:spPr>
            <a:xfrm>
              <a:off x="-3786437" y="-1699419"/>
              <a:ext cx="3593091" cy="15156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B807487A-DDF8-EAD4-F56A-6CD9725C9AFA}"/>
                </a:ext>
              </a:extLst>
            </p:cNvPr>
            <p:cNvSpPr/>
            <p:nvPr userDrawn="1"/>
          </p:nvSpPr>
          <p:spPr>
            <a:xfrm>
              <a:off x="-3603859" y="-1271906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toets.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vervolgens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5" name="Gelijkbenige driehoek 154">
              <a:extLst>
                <a:ext uri="{FF2B5EF4-FFF2-40B4-BE49-F238E27FC236}">
                  <a16:creationId xmlns:a16="http://schemas.microsoft.com/office/drawing/2014/main" id="{C1C43AF3-6E40-557B-EB02-C80089744550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INSTRUCTIE">
            <a:extLst>
              <a:ext uri="{FF2B5EF4-FFF2-40B4-BE49-F238E27FC236}">
                <a16:creationId xmlns:a16="http://schemas.microsoft.com/office/drawing/2014/main" id="{7F2679AF-4D2C-2E86-3D28-6619E449A97D}"/>
              </a:ext>
            </a:extLst>
          </p:cNvPr>
          <p:cNvGrpSpPr/>
          <p:nvPr userDrawn="1"/>
        </p:nvGrpSpPr>
        <p:grpSpPr>
          <a:xfrm>
            <a:off x="12377595" y="0"/>
            <a:ext cx="3693114" cy="6427357"/>
            <a:chOff x="-3786165" y="0"/>
            <a:chExt cx="3693114" cy="6427357"/>
          </a:xfrm>
        </p:grpSpPr>
        <p:sp>
          <p:nvSpPr>
            <p:cNvPr id="3" name="Rechthoek 2">
              <a:extLst>
                <a:ext uri="{FF2B5EF4-FFF2-40B4-BE49-F238E27FC236}">
                  <a16:creationId xmlns:a16="http://schemas.microsoft.com/office/drawing/2014/main" id="{6246B9FE-2B62-5327-BE94-918B814AF24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7898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D344BBB9-435E-C7CC-0E88-E6BB9C69A7EA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A9EDFDF9-134F-538C-0A02-7873CF61FFA7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B0EEF34D-4E87-AE06-4880-FF381A55F0FE}"/>
                </a:ext>
              </a:extLst>
            </p:cNvPr>
            <p:cNvSpPr/>
            <p:nvPr userDrawn="1"/>
          </p:nvSpPr>
          <p:spPr>
            <a:xfrm>
              <a:off x="-3603587" y="263880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95B2420C-3F43-C2ED-CC95-1DE64F912800}"/>
                </a:ext>
              </a:extLst>
            </p:cNvPr>
            <p:cNvSpPr/>
            <p:nvPr userDrawn="1"/>
          </p:nvSpPr>
          <p:spPr>
            <a:xfrm>
              <a:off x="-3319415" y="2638809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afbeelding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‘Naar achtergrond’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1">
              <a:extLst>
                <a:ext uri="{FF2B5EF4-FFF2-40B4-BE49-F238E27FC236}">
                  <a16:creationId xmlns:a16="http://schemas.microsoft.com/office/drawing/2014/main" id="{1B6FD76E-0F8A-836E-5FFB-07BAE2E29DFA}"/>
                </a:ext>
              </a:extLst>
            </p:cNvPr>
            <p:cNvSpPr/>
            <p:nvPr userDrawn="1"/>
          </p:nvSpPr>
          <p:spPr>
            <a:xfrm>
              <a:off x="-3603587" y="381706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81937B57-E1E8-808C-3ACC-5A7B1F17B3BD}"/>
                </a:ext>
              </a:extLst>
            </p:cNvPr>
            <p:cNvSpPr/>
            <p:nvPr userDrawn="1"/>
          </p:nvSpPr>
          <p:spPr>
            <a:xfrm>
              <a:off x="-3319415" y="3817067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749087CF-96D3-40B5-66AC-C19849035AF1}"/>
                </a:ext>
              </a:extLst>
            </p:cNvPr>
            <p:cNvGrpSpPr/>
            <p:nvPr userDrawn="1"/>
          </p:nvGrpSpPr>
          <p:grpSpPr>
            <a:xfrm>
              <a:off x="-3314821" y="3054865"/>
              <a:ext cx="1558053" cy="563933"/>
              <a:chOff x="-3314821" y="2981448"/>
              <a:chExt cx="1558053" cy="563933"/>
            </a:xfrm>
          </p:grpSpPr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D1EE76B0-2EE7-E430-1F90-988FF1525A41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50E074CE-CD05-0E52-AEAF-6EB8210A63AD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41EEA099-9018-AC74-85AA-965A56016B12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voorgrond</a:t>
                </a:r>
              </a:p>
            </p:txBody>
          </p:sp>
          <p:sp>
            <p:nvSpPr>
              <p:cNvPr id="59" name="Tekstvak 58">
                <a:extLst>
                  <a:ext uri="{FF2B5EF4-FFF2-40B4-BE49-F238E27FC236}">
                    <a16:creationId xmlns:a16="http://schemas.microsoft.com/office/drawing/2014/main" id="{B334A3B0-1537-5135-70B6-C26137402761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Naar achtergrond</a:t>
                </a:r>
              </a:p>
            </p:txBody>
          </p:sp>
          <p:sp>
            <p:nvSpPr>
              <p:cNvPr id="60" name="Vrije vorm: vorm 59">
                <a:extLst>
                  <a:ext uri="{FF2B5EF4-FFF2-40B4-BE49-F238E27FC236}">
                    <a16:creationId xmlns:a16="http://schemas.microsoft.com/office/drawing/2014/main" id="{C7653461-B641-0879-0939-4C1FAD54D6F2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Gelijkbenige driehoek 60">
                <a:extLst>
                  <a:ext uri="{FF2B5EF4-FFF2-40B4-BE49-F238E27FC236}">
                    <a16:creationId xmlns:a16="http://schemas.microsoft.com/office/drawing/2014/main" id="{531F35CD-8D0A-46F6-1817-29BE717DDEE1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2" name="Groep 61">
                <a:extLst>
                  <a:ext uri="{FF2B5EF4-FFF2-40B4-BE49-F238E27FC236}">
                    <a16:creationId xmlns:a16="http://schemas.microsoft.com/office/drawing/2014/main" id="{4DE87CD2-E995-118D-C442-D47836AC8B4A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D4BF32D6-A803-C423-730D-C9ABDC5C05D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Rechthoek 67">
                  <a:extLst>
                    <a:ext uri="{FF2B5EF4-FFF2-40B4-BE49-F238E27FC236}">
                      <a16:creationId xmlns:a16="http://schemas.microsoft.com/office/drawing/2014/main" id="{7B24C3BC-3584-D7F8-B5F0-AA66457E896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68">
                  <a:extLst>
                    <a:ext uri="{FF2B5EF4-FFF2-40B4-BE49-F238E27FC236}">
                      <a16:creationId xmlns:a16="http://schemas.microsoft.com/office/drawing/2014/main" id="{0D6D8B49-F732-53AC-6194-6F5180F5670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D7A109DE-2EB8-4A61-CE3A-F581F790A89C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64" name="Rechthoek 63">
                  <a:extLst>
                    <a:ext uri="{FF2B5EF4-FFF2-40B4-BE49-F238E27FC236}">
                      <a16:creationId xmlns:a16="http://schemas.microsoft.com/office/drawing/2014/main" id="{46972D1E-85E9-2F96-93A5-75CDCFB131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5" name="Rechthoek 64">
                  <a:extLst>
                    <a:ext uri="{FF2B5EF4-FFF2-40B4-BE49-F238E27FC236}">
                      <a16:creationId xmlns:a16="http://schemas.microsoft.com/office/drawing/2014/main" id="{E381C9E9-60F7-BF9A-DC80-3994886709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6" name="Rechthoek 65">
                  <a:extLst>
                    <a:ext uri="{FF2B5EF4-FFF2-40B4-BE49-F238E27FC236}">
                      <a16:creationId xmlns:a16="http://schemas.microsoft.com/office/drawing/2014/main" id="{5AD2A7CE-EC02-89B3-4CDE-EE7F853D011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" name="Groep 15">
              <a:extLst>
                <a:ext uri="{FF2B5EF4-FFF2-40B4-BE49-F238E27FC236}">
                  <a16:creationId xmlns:a16="http://schemas.microsoft.com/office/drawing/2014/main" id="{0BD2D3FC-A74F-B108-FC7D-EA74C44AC411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727292A8-77C3-E105-BE77-903992D121E4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52" name="Vrije vorm: vorm 51">
                  <a:extLst>
                    <a:ext uri="{FF2B5EF4-FFF2-40B4-BE49-F238E27FC236}">
                      <a16:creationId xmlns:a16="http://schemas.microsoft.com/office/drawing/2014/main" id="{EF72C1A6-A640-2399-13D1-A905F7B8FE9C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3" name="Groep 52">
                  <a:extLst>
                    <a:ext uri="{FF2B5EF4-FFF2-40B4-BE49-F238E27FC236}">
                      <a16:creationId xmlns:a16="http://schemas.microsoft.com/office/drawing/2014/main" id="{653A2537-E01E-405F-AC8E-0A7FE133A8FE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4" name="Vrije vorm: vorm 53">
                    <a:extLst>
                      <a:ext uri="{FF2B5EF4-FFF2-40B4-BE49-F238E27FC236}">
                        <a16:creationId xmlns:a16="http://schemas.microsoft.com/office/drawing/2014/main" id="{C6603C83-CFCF-441D-ADD6-9F0B4050FBF6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5" name="Vrije vorm: vorm 54">
                    <a:extLst>
                      <a:ext uri="{FF2B5EF4-FFF2-40B4-BE49-F238E27FC236}">
                        <a16:creationId xmlns:a16="http://schemas.microsoft.com/office/drawing/2014/main" id="{E955EF12-CD68-1405-853C-34162E978243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51" name="Tekstvak 50">
                <a:extLst>
                  <a:ext uri="{FF2B5EF4-FFF2-40B4-BE49-F238E27FC236}">
                    <a16:creationId xmlns:a16="http://schemas.microsoft.com/office/drawing/2014/main" id="{87FEACD7-DD75-8309-F780-99C0B5A4CF85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8F50E853-78B3-E945-34F6-674CB1FDC302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3E97426-C126-B220-8EF8-E33006602FDF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8E664768-7862-7917-BD7A-8BBC8A2FE11B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DB8B8B8-FA96-F8DB-9999-DB5B350AFDE5}"/>
                </a:ext>
              </a:extLst>
            </p:cNvPr>
            <p:cNvGrpSpPr/>
            <p:nvPr userDrawn="1"/>
          </p:nvGrpSpPr>
          <p:grpSpPr>
            <a:xfrm>
              <a:off x="-3354295" y="4908999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17281BB7-5B6A-CCDE-AEDB-CB89809F97D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5A93E360-B641-E41B-42FF-31B05A2763F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2DD67F11-E534-5BBC-B81B-1624CF4B966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A00D6709-FF3B-B702-1754-7CE80763D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925912F4-39AF-19A4-B186-5A69C61EF36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C30207D1-0F47-D592-86CB-763AF90364E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2B212CFE-0883-5A67-9B80-950E4D33D2B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5C868DF2-FFF4-28B2-5619-4AD040A05B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B8069946-3408-010E-86C9-ACCE1B218CF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627560D2-FB3D-3068-20B1-823B5F86908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B4E63D4A-9138-8B66-4F51-C1E956FF12F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3EBBF42A-4514-4F1E-A702-015F7DD1965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0363F99A-6B83-A844-09B4-02FD3AACD1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824A0D07-168D-2B9B-224A-4334FFAC37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E74C05A0-3629-9F24-F25B-1C89F899FAFA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90817AC4-3273-A760-A006-0FBCF2EE0027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655FBFB-E3EE-AA9D-A5DD-7E0481536564}"/>
                </a:ext>
              </a:extLst>
            </p:cNvPr>
            <p:cNvSpPr/>
            <p:nvPr userDrawn="1"/>
          </p:nvSpPr>
          <p:spPr>
            <a:xfrm>
              <a:off x="-3786165" y="559935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80E402EE-EACB-9F28-D0FC-F2B1EB526DF0}"/>
                </a:ext>
              </a:extLst>
            </p:cNvPr>
            <p:cNvGrpSpPr/>
            <p:nvPr userDrawn="1"/>
          </p:nvGrpSpPr>
          <p:grpSpPr>
            <a:xfrm>
              <a:off x="-376736" y="5473131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088C63A6-9BB1-7480-6326-DFDF6658EF6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C40D1843-9461-AF60-AE30-F2BEA629566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9BB05A31-08DB-BEB8-B00D-CE5E4E6F3CF1}"/>
                </a:ext>
              </a:extLst>
            </p:cNvPr>
            <p:cNvGrpSpPr/>
            <p:nvPr userDrawn="1"/>
          </p:nvGrpSpPr>
          <p:grpSpPr>
            <a:xfrm>
              <a:off x="-938434" y="5736734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5A367B4A-DEFA-66C5-C4B4-49EC0B491BF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FE440671-9E69-7316-011C-7EB3DE163A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47DDC357-5760-62E6-C2E7-533762E9D8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9D8C104C-430C-22B5-8FA1-1BF17FCBBB7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9DB4C443-B733-0034-B890-359574AD4D78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F47F1589-7180-C4FF-E4D8-30B8DC8B3076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8898295" y="1089024"/>
            <a:ext cx="2418993" cy="779609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7200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intermediate #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A538465-3369-2973-9FCD-3189C6E9F4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3104"/>
            <a:ext cx="12192000" cy="4431792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B5BC1CA0-BD6C-F377-1D8E-B6628306CE13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ACF1EB8F-C1DB-64E5-C558-09648E5B0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482656"/>
            <a:ext cx="12193200" cy="264608"/>
          </a:xfrm>
        </p:spPr>
        <p:txBody>
          <a:bodyPr anchor="ctr" anchorCtr="0"/>
          <a:lstStyle>
            <a:lvl1pPr>
              <a:defRPr sz="1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l-NL"/>
              <a:t>Client intermediate #2</a:t>
            </a:r>
            <a:endParaRPr lang="nl-NL" dirty="0"/>
          </a:p>
        </p:txBody>
      </p:sp>
      <p:sp>
        <p:nvSpPr>
          <p:cNvPr id="22" name="Tijdelijke aanduiding voor tekst 10">
            <a:extLst>
              <a:ext uri="{FF2B5EF4-FFF2-40B4-BE49-F238E27FC236}">
                <a16:creationId xmlns:a16="http://schemas.microsoft.com/office/drawing/2014/main" id="{05B5720B-8744-9913-025C-B6FA50B36842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-1" y="1089025"/>
            <a:ext cx="119760" cy="4679606"/>
          </a:xfrm>
          <a:custGeom>
            <a:avLst/>
            <a:gdLst>
              <a:gd name="connsiteX0" fmla="*/ 0 w 119760"/>
              <a:gd name="connsiteY0" fmla="*/ 0 h 4687544"/>
              <a:gd name="connsiteX1" fmla="*/ 119760 w 119760"/>
              <a:gd name="connsiteY1" fmla="*/ 0 h 4687544"/>
              <a:gd name="connsiteX2" fmla="*/ 119760 w 119760"/>
              <a:gd name="connsiteY2" fmla="*/ 4687544 h 4687544"/>
              <a:gd name="connsiteX3" fmla="*/ 0 w 119760"/>
              <a:gd name="connsiteY3" fmla="*/ 4687544 h 4687544"/>
              <a:gd name="connsiteX4" fmla="*/ 0 w 119760"/>
              <a:gd name="connsiteY4" fmla="*/ 1814513 h 4687544"/>
              <a:gd name="connsiteX5" fmla="*/ 0 w 119760"/>
              <a:gd name="connsiteY5" fmla="*/ 1631951 h 4687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760" h="4687544">
                <a:moveTo>
                  <a:pt x="0" y="0"/>
                </a:moveTo>
                <a:lnTo>
                  <a:pt x="119760" y="0"/>
                </a:lnTo>
                <a:lnTo>
                  <a:pt x="119760" y="4687544"/>
                </a:lnTo>
                <a:lnTo>
                  <a:pt x="0" y="4687544"/>
                </a:lnTo>
                <a:lnTo>
                  <a:pt x="0" y="1814513"/>
                </a:lnTo>
                <a:lnTo>
                  <a:pt x="0" y="163195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" name="Tijdelijke aanduiding voor tekst 4">
            <a:extLst>
              <a:ext uri="{FF2B5EF4-FFF2-40B4-BE49-F238E27FC236}">
                <a16:creationId xmlns:a16="http://schemas.microsoft.com/office/drawing/2014/main" id="{7F4B598C-E5F3-F9BB-AEA0-E096E27D3F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8922" y="2517666"/>
            <a:ext cx="3433762" cy="31164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 dirty="0"/>
              <a:t>Plaats hier je subtitel</a:t>
            </a:r>
          </a:p>
        </p:txBody>
      </p:sp>
      <p:sp>
        <p:nvSpPr>
          <p:cNvPr id="6" name="Tijdelijke aanduiding voor tekst 9">
            <a:extLst>
              <a:ext uri="{FF2B5EF4-FFF2-40B4-BE49-F238E27FC236}">
                <a16:creationId xmlns:a16="http://schemas.microsoft.com/office/drawing/2014/main" id="{38A45E95-E530-9C93-9278-716A26B966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8922" y="2954338"/>
            <a:ext cx="7218362" cy="1612900"/>
          </a:xfrm>
        </p:spPr>
        <p:txBody>
          <a:bodyPr anchor="t" anchorCtr="0"/>
          <a:lstStyle>
            <a:lvl1pPr marL="0" indent="0"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Plaats hier je titel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80C9CE6-B4D0-FE53-FAD8-2B4EF61A3A34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8898295" y="1089024"/>
            <a:ext cx="2418993" cy="779609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 dirty="0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259730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17FAAE1-C614-4125-97DB-A593375C9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nl-NL"/>
              <a:t>Plaats hier je titel</a:t>
            </a:r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E507B29-D281-40F1-A879-AD5367957C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089026"/>
            <a:ext cx="10441428" cy="4679950"/>
          </a:xfrm>
        </p:spPr>
        <p:txBody>
          <a:bodyPr/>
          <a:lstStyle>
            <a:lvl6pPr>
              <a:defRPr sz="2000"/>
            </a:lvl6pPr>
            <a:lvl7pPr>
              <a:defRPr sz="1600" b="0" i="0">
                <a:latin typeface="Source Serif 4 48pt" panose="02040503040405020204" pitchFamily="18" charset="0"/>
                <a:ea typeface="Source Serif 4 48pt" panose="02040503040405020204" pitchFamily="18" charset="0"/>
              </a:defRPr>
            </a:lvl7pPr>
          </a:lstStyle>
          <a:p>
            <a:pPr lvl="0"/>
            <a:r>
              <a:rPr lang="nl-NL" err="1"/>
              <a:t>Bullet</a:t>
            </a:r>
            <a:endParaRPr lang="nl-NL"/>
          </a:p>
          <a:p>
            <a:pPr lvl="1"/>
            <a:r>
              <a:rPr lang="nl-NL"/>
              <a:t>Sub-</a:t>
            </a:r>
            <a:r>
              <a:rPr lang="nl-NL" err="1"/>
              <a:t>bullet</a:t>
            </a:r>
            <a:endParaRPr lang="nl-NL"/>
          </a:p>
          <a:p>
            <a:pPr lvl="2"/>
            <a:r>
              <a:rPr lang="nl-NL"/>
              <a:t>Sub-</a:t>
            </a:r>
            <a:r>
              <a:rPr lang="nl-NL" err="1"/>
              <a:t>bullet</a:t>
            </a:r>
            <a:r>
              <a:rPr lang="nl-NL"/>
              <a:t> #2</a:t>
            </a:r>
          </a:p>
          <a:p>
            <a:pPr lvl="3"/>
            <a:r>
              <a:rPr lang="nl-NL"/>
              <a:t>Sub-</a:t>
            </a:r>
            <a:r>
              <a:rPr lang="nl-NL" err="1"/>
              <a:t>bullet</a:t>
            </a:r>
            <a:r>
              <a:rPr lang="nl-NL"/>
              <a:t> #3</a:t>
            </a:r>
          </a:p>
          <a:p>
            <a:pPr lvl="4"/>
            <a:r>
              <a:rPr lang="nl-NL"/>
              <a:t>Tekst</a:t>
            </a:r>
          </a:p>
          <a:p>
            <a:pPr lvl="5"/>
            <a:r>
              <a:rPr lang="nl-NL"/>
              <a:t>Titel</a:t>
            </a:r>
          </a:p>
          <a:p>
            <a:pPr lvl="6"/>
            <a:r>
              <a:rPr lang="nl-NL" err="1"/>
              <a:t>Subkop</a:t>
            </a:r>
            <a:endParaRPr lang="nl-NL"/>
          </a:p>
          <a:p>
            <a:pPr lvl="7"/>
            <a:r>
              <a:rPr lang="nl-NL"/>
              <a:t>Alfabetische </a:t>
            </a:r>
            <a:r>
              <a:rPr lang="nl-NL" err="1"/>
              <a:t>bullet</a:t>
            </a:r>
            <a:endParaRPr lang="nl-NL"/>
          </a:p>
          <a:p>
            <a:pPr lvl="8"/>
            <a:r>
              <a:rPr lang="nl-NL"/>
              <a:t>Numerieke </a:t>
            </a:r>
            <a:r>
              <a:rPr lang="nl-NL" err="1"/>
              <a:t>bullet</a:t>
            </a:r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49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467E08D9-24CC-094B-D1AA-3E470E278B2C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68EA9364-5175-38DD-AEBF-F8B246421C2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BEF7AD89-F463-19BA-5A40-69F5C41ED1C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EB062133-230C-A6DA-D937-83D004C6593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02378214-380F-D551-253B-72C247CA1F61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174E6D22-E753-A735-46E8-58BE9430CCF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205122A1-7C9C-394F-D214-665900E2D11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01F5A52E-45C2-A278-A51C-EC392E5C7CF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5EF9E078-EAD3-D8EE-174D-12355E48865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8B4E45AB-DFF8-4552-69FE-592DD3C26472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C7D25A7F-F8AC-B669-3985-A6B0E3FA52E0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 panose="020F0502020204030204" pitchFamily="34" charset="0"/>
                </a:rPr>
                <a:t> #3</a:t>
              </a: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A23D81B-7504-E36A-0981-722B5D75742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BCE3FCD8-C946-772D-889B-84DBA252512B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Tekst</a:t>
              </a: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E4D8702D-710A-81B9-7268-C56717092E8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715DC308-5D3B-46F6-CE87-9EB27D20613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Subkop</a:t>
              </a:r>
              <a:endParaRPr kumimoji="0" lang="nl-NL" sz="12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2EB7E1E2-725E-99AC-AFE2-8399E954BD6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8325D3DD-D231-1F04-DC81-7D949F7D1E19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DD342F11-DF47-8A44-371C-FFAF1002A48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C965998-ACDD-1243-352E-0B47B82BE19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B6F68157-F5C1-EB99-8637-6C058D5EE7D9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66BCB3A7-035C-881F-5F16-2862EA8341DF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titel</a:t>
              </a: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840E549-152C-3E5E-0F18-BDA6842D33B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5" name="ICOON_info">
              <a:extLst>
                <a:ext uri="{FF2B5EF4-FFF2-40B4-BE49-F238E27FC236}">
                  <a16:creationId xmlns:a16="http://schemas.microsoft.com/office/drawing/2014/main" id="{05700937-AFCF-D446-9974-168DBBB913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3" name="Ovaal 152">
                <a:extLst>
                  <a:ext uri="{FF2B5EF4-FFF2-40B4-BE49-F238E27FC236}">
                    <a16:creationId xmlns:a16="http://schemas.microsoft.com/office/drawing/2014/main" id="{E3925C92-D17C-1BED-D9E7-C32EC2A9010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4" name="Graphic 163" descr="Informatie">
                <a:extLst>
                  <a:ext uri="{FF2B5EF4-FFF2-40B4-BE49-F238E27FC236}">
                    <a16:creationId xmlns:a16="http://schemas.microsoft.com/office/drawing/2014/main" id="{09FECA39-A76D-08FE-0C5D-1864E7803CE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6" name="VOORBEELD">
              <a:extLst>
                <a:ext uri="{FF2B5EF4-FFF2-40B4-BE49-F238E27FC236}">
                  <a16:creationId xmlns:a16="http://schemas.microsoft.com/office/drawing/2014/main" id="{CBDE18B8-0B4C-93C8-0B65-C89C03F1F95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C514C413-3F7C-CFA7-EABB-910D89F649E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7669865E-554F-A8E7-DE5C-BB5525FD87A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5" name="Groep 114">
                <a:extLst>
                  <a:ext uri="{FF2B5EF4-FFF2-40B4-BE49-F238E27FC236}">
                    <a16:creationId xmlns:a16="http://schemas.microsoft.com/office/drawing/2014/main" id="{92502273-9F79-493F-B75F-851ED90903D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6" name="Groep 145">
                  <a:extLst>
                    <a:ext uri="{FF2B5EF4-FFF2-40B4-BE49-F238E27FC236}">
                      <a16:creationId xmlns:a16="http://schemas.microsoft.com/office/drawing/2014/main" id="{6D16B65E-8E91-FCCA-9D7F-5450B814A3C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E7EB06A6-3E4E-BFB5-2109-1A44DD388D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F32228E0-C10D-C882-D129-6E75D223A3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841F1A00-7994-E0FD-6D06-88E4EF3B5C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655FA252-84B8-C113-DD2F-8A85CA601B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375BD215-E7ED-C95D-168A-AF691911B2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7" name="Pijl: rechts 146">
                  <a:extLst>
                    <a:ext uri="{FF2B5EF4-FFF2-40B4-BE49-F238E27FC236}">
                      <a16:creationId xmlns:a16="http://schemas.microsoft.com/office/drawing/2014/main" id="{9FF50CB6-390D-FD8B-E411-93011E23894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6" name="Groep 115">
                <a:extLst>
                  <a:ext uri="{FF2B5EF4-FFF2-40B4-BE49-F238E27FC236}">
                    <a16:creationId xmlns:a16="http://schemas.microsoft.com/office/drawing/2014/main" id="{8175106E-B4AF-CF62-D5B7-2C985096B12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9" name="Groep 138">
                  <a:extLst>
                    <a:ext uri="{FF2B5EF4-FFF2-40B4-BE49-F238E27FC236}">
                      <a16:creationId xmlns:a16="http://schemas.microsoft.com/office/drawing/2014/main" id="{94926B1C-6306-D1CD-9C6C-7684B467742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E570874A-A822-00DC-46BB-C7DF6FB1C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26031E4A-BEC7-5083-B45C-42CB487840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B4BA088E-CC5C-AB9E-691D-BC8B25F5CC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B4C90A33-E44C-46F1-A258-C584054E27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AD2B71D5-D9E8-679C-6397-AB07299197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0" name="Pijl: rechts 139">
                  <a:extLst>
                    <a:ext uri="{FF2B5EF4-FFF2-40B4-BE49-F238E27FC236}">
                      <a16:creationId xmlns:a16="http://schemas.microsoft.com/office/drawing/2014/main" id="{58281CB6-AE99-4C73-5950-028A0E54E9E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24CC6CC8-D1FB-2932-800D-0E1FFD3B99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5CA132F-7187-C32C-1EEF-79EB2EE181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3C199A75-B65A-4D7E-180F-7478C1F29DA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C2E3924E-5AFF-69E7-2569-AE2DE58163C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9D962668-74AB-CFD8-580C-FE808C72747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E8414694-8D44-3C75-8ACE-D967E2C59B7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2" name="Groep 131">
                  <a:extLst>
                    <a:ext uri="{FF2B5EF4-FFF2-40B4-BE49-F238E27FC236}">
                      <a16:creationId xmlns:a16="http://schemas.microsoft.com/office/drawing/2014/main" id="{AD7289F7-7AB7-9C35-876E-886CB37C6FD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80E1263C-7845-22FA-E009-93DB9156AB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0D098962-1421-8FE8-4475-CE6EC43B99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DAB7B20-8E15-1076-9412-C37A3B13EC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3272568E-38EB-791E-BB0A-D72F5114F1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5FCE4736-DB64-382A-A234-E089B6D1F0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3" name="Pijl: rechts 132">
                  <a:extLst>
                    <a:ext uri="{FF2B5EF4-FFF2-40B4-BE49-F238E27FC236}">
                      <a16:creationId xmlns:a16="http://schemas.microsoft.com/office/drawing/2014/main" id="{B312B601-FA4F-5C95-A382-77F3F90B238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8CC90B6E-FFF8-3A39-7EA2-099141E200B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3" name="Rechthoek 122">
                  <a:extLst>
                    <a:ext uri="{FF2B5EF4-FFF2-40B4-BE49-F238E27FC236}">
                      <a16:creationId xmlns:a16="http://schemas.microsoft.com/office/drawing/2014/main" id="{9A12D172-D729-AE6A-E0B3-314E9A26539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4" name="Groep 123">
                  <a:extLst>
                    <a:ext uri="{FF2B5EF4-FFF2-40B4-BE49-F238E27FC236}">
                      <a16:creationId xmlns:a16="http://schemas.microsoft.com/office/drawing/2014/main" id="{D97CD097-A0B2-DF45-E22B-D502F8A1161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129396C6-063A-B175-5C81-EF398E5417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07468543-B2FB-55B4-E923-FEB606737C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3F852929-B1EE-B260-7A09-09E6921612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615ADB15-F16C-861E-660B-9EA0E60B38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683658CB-041D-22BB-F03A-C026CA90BE7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5" name="Pijl: rechts 124">
                  <a:extLst>
                    <a:ext uri="{FF2B5EF4-FFF2-40B4-BE49-F238E27FC236}">
                      <a16:creationId xmlns:a16="http://schemas.microsoft.com/office/drawing/2014/main" id="{B91253A4-1BF5-D104-A461-AAC57756769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7" name="Groep 106">
              <a:extLst>
                <a:ext uri="{FF2B5EF4-FFF2-40B4-BE49-F238E27FC236}">
                  <a16:creationId xmlns:a16="http://schemas.microsoft.com/office/drawing/2014/main" id="{82926FBB-D742-BF98-6487-84F1C90EA6AC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8" name="Inspireren">
                <a:extLst>
                  <a:ext uri="{FF2B5EF4-FFF2-40B4-BE49-F238E27FC236}">
                    <a16:creationId xmlns:a16="http://schemas.microsoft.com/office/drawing/2014/main" id="{902D9D88-B4F9-1E00-E431-EA7D6AC0085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0" name="Freeform 12">
                  <a:extLst>
                    <a:ext uri="{FF2B5EF4-FFF2-40B4-BE49-F238E27FC236}">
                      <a16:creationId xmlns:a16="http://schemas.microsoft.com/office/drawing/2014/main" id="{7A3875BD-EF36-D870-1B5E-9CC6232C8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11" name="Freeform 13">
                  <a:extLst>
                    <a:ext uri="{FF2B5EF4-FFF2-40B4-BE49-F238E27FC236}">
                      <a16:creationId xmlns:a16="http://schemas.microsoft.com/office/drawing/2014/main" id="{095A86F4-364F-C56C-E108-8CF1EA119E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  <p:sp>
              <p:nvSpPr>
                <p:cNvPr id="112" name="Freeform 14">
                  <a:extLst>
                    <a:ext uri="{FF2B5EF4-FFF2-40B4-BE49-F238E27FC236}">
                      <a16:creationId xmlns:a16="http://schemas.microsoft.com/office/drawing/2014/main" id="{E4CC4C45-315B-95A5-80B3-BA0B4CEA609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</a:endParaRPr>
                </a:p>
              </p:txBody>
            </p:sp>
          </p:grpSp>
          <p:sp>
            <p:nvSpPr>
              <p:cNvPr id="109" name="Tekstvak 108">
                <a:extLst>
                  <a:ext uri="{FF2B5EF4-FFF2-40B4-BE49-F238E27FC236}">
                    <a16:creationId xmlns:a16="http://schemas.microsoft.com/office/drawing/2014/main" id="{ED1DBE23-8988-60BC-CB1A-FDEC5F13BC8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25C0ABB-79D7-4889-413D-63BFEA06E907}"/>
              </a:ext>
            </a:extLst>
          </p:cNvPr>
          <p:cNvSpPr>
            <a:spLocks noGrp="1"/>
          </p:cNvSpPr>
          <p:nvPr>
            <p:ph type="pic" idx="91" hasCustomPrompt="1"/>
          </p:nvPr>
        </p:nvSpPr>
        <p:spPr>
          <a:xfrm>
            <a:off x="9734550" y="333375"/>
            <a:ext cx="1581145" cy="509582"/>
          </a:xfrm>
          <a:noFill/>
          <a:ln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l-NL"/>
              <a:t>Voeg hier een logo toe</a:t>
            </a:r>
          </a:p>
        </p:txBody>
      </p:sp>
    </p:spTree>
    <p:extLst>
      <p:ext uri="{BB962C8B-B14F-4D97-AF65-F5344CB8AC3E}">
        <p14:creationId xmlns:p14="http://schemas.microsoft.com/office/powerpoint/2010/main" val="13392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- INFO">
            <a:extLst>
              <a:ext uri="{FF2B5EF4-FFF2-40B4-BE49-F238E27FC236}">
                <a16:creationId xmlns:a16="http://schemas.microsoft.com/office/drawing/2014/main" id="{49629A98-289B-4B40-AB79-8D66F4C6791F}"/>
              </a:ext>
            </a:extLst>
          </p:cNvPr>
          <p:cNvSpPr txBox="1"/>
          <p:nvPr userDrawn="1"/>
        </p:nvSpPr>
        <p:spPr>
          <a:xfrm>
            <a:off x="0" y="-482656"/>
            <a:ext cx="12192000" cy="2646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all" spc="0" normalizeH="0" baseline="0" noProof="0">
                <a:ln>
                  <a:noFill/>
                </a:ln>
                <a:solidFill>
                  <a:srgbClr val="BC448C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Calibri" panose="020F0502020204030204" pitchFamily="34" charset="0"/>
              </a:rPr>
              <a:t>Text</a:t>
            </a:r>
            <a:endParaRPr kumimoji="0" lang="en-GB" sz="1600" b="0" i="0" u="none" strike="noStrike" kern="1200" cap="all" spc="0" normalizeH="0" baseline="0" noProof="0" dirty="0">
              <a:ln>
                <a:noFill/>
              </a:ln>
              <a:solidFill>
                <a:srgbClr val="BC448C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77AB9A49-8535-4B86-95DA-01C33FAE92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622288"/>
            <a:ext cx="12192000" cy="235712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17FAAE1-C614-4125-97DB-A593375C9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60" y="565770"/>
            <a:ext cx="7681661" cy="271255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en-GB" dirty="0"/>
              <a:t>Place title here</a:t>
            </a:r>
          </a:p>
        </p:txBody>
      </p:sp>
      <p:sp>
        <p:nvSpPr>
          <p:cNvPr id="6" name="Tijdelijke aanduiding voor tekst 8">
            <a:extLst>
              <a:ext uri="{FF2B5EF4-FFF2-40B4-BE49-F238E27FC236}">
                <a16:creationId xmlns:a16="http://schemas.microsoft.com/office/drawing/2014/main" id="{4E507B29-D281-40F1-A879-AD5367957C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5860" y="1089026"/>
            <a:ext cx="10441428" cy="4679950"/>
          </a:xfrm>
        </p:spPr>
        <p:txBody>
          <a:bodyPr/>
          <a:lstStyle>
            <a:lvl6pPr>
              <a:defRPr sz="2000"/>
            </a:lvl6pPr>
            <a:lvl7pPr>
              <a:defRPr sz="1600" b="0" i="0">
                <a:latin typeface="Source Serif 4 48pt" panose="02040503040405020204" pitchFamily="18" charset="0"/>
                <a:ea typeface="Source Serif 4 48pt" panose="02040503040405020204" pitchFamily="18" charset="0"/>
              </a:defRPr>
            </a:lvl7pPr>
          </a:lstStyle>
          <a:p>
            <a:pPr lvl="0"/>
            <a:r>
              <a:rPr lang="en-GB" dirty="0"/>
              <a:t>Bullet</a:t>
            </a:r>
          </a:p>
          <a:p>
            <a:pPr lvl="1"/>
            <a:r>
              <a:rPr lang="en-GB" dirty="0"/>
              <a:t>Sub-bullet</a:t>
            </a:r>
          </a:p>
          <a:p>
            <a:pPr lvl="2"/>
            <a:r>
              <a:rPr lang="en-GB" dirty="0"/>
              <a:t>Sub-bullet #2</a:t>
            </a:r>
          </a:p>
          <a:p>
            <a:pPr lvl="3"/>
            <a:r>
              <a:rPr lang="en-GB" dirty="0"/>
              <a:t>Sub-bullet #3</a:t>
            </a:r>
          </a:p>
          <a:p>
            <a:pPr lvl="4"/>
            <a:r>
              <a:rPr lang="en-GB" dirty="0"/>
              <a:t>Default text</a:t>
            </a:r>
          </a:p>
          <a:p>
            <a:pPr lvl="5"/>
            <a:r>
              <a:rPr lang="en-GB" dirty="0"/>
              <a:t>title</a:t>
            </a:r>
          </a:p>
          <a:p>
            <a:pPr lvl="6"/>
            <a:r>
              <a:rPr lang="en-GB" dirty="0"/>
              <a:t>Subheading</a:t>
            </a:r>
          </a:p>
          <a:p>
            <a:pPr lvl="7"/>
            <a:r>
              <a:rPr lang="en-GB" dirty="0"/>
              <a:t>Alphabetical bullet</a:t>
            </a:r>
          </a:p>
          <a:p>
            <a:pPr lvl="8"/>
            <a:r>
              <a:rPr lang="en-GB" dirty="0"/>
              <a:t>Numerical bullet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1C42D74-9145-3003-6761-9B9BF97758E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6052DCE-2A38-E5BD-9BDB-4FAED0486A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6305" y="333375"/>
            <a:ext cx="7681216" cy="184918"/>
          </a:xfrm>
        </p:spPr>
        <p:txBody>
          <a:bodyPr/>
          <a:lstStyle>
            <a:lvl1pPr marL="0" indent="0">
              <a:buNone/>
              <a:defRPr sz="1800" b="0" i="0">
                <a:latin typeface="Source Serif 4 48pt" panose="02040503040405020204" pitchFamily="18" charset="0"/>
                <a:ea typeface="Source Serif 4 48pt" panose="02040503040405020204" pitchFamily="18" charset="0"/>
              </a:defRPr>
            </a:lvl1pPr>
          </a:lstStyle>
          <a:p>
            <a:pPr lvl="0"/>
            <a:r>
              <a:rPr lang="en-GB" dirty="0" err="1"/>
              <a:t>Subtitel</a:t>
            </a:r>
            <a:endParaRPr lang="en-GB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3715AF-9CDC-3900-FC6D-18EAEE3F2F9F}"/>
              </a:ext>
            </a:extLst>
          </p:cNvPr>
          <p:cNvSpPr/>
          <p:nvPr userDrawn="1"/>
        </p:nvSpPr>
        <p:spPr>
          <a:xfrm>
            <a:off x="0" y="1089025"/>
            <a:ext cx="119836" cy="4679949"/>
          </a:xfrm>
          <a:custGeom>
            <a:avLst/>
            <a:gdLst/>
            <a:ahLst/>
            <a:cxnLst/>
            <a:rect l="l" t="t" r="r" b="b"/>
            <a:pathLst>
              <a:path w="188595" h="7958455">
                <a:moveTo>
                  <a:pt x="188475" y="0"/>
                </a:moveTo>
                <a:lnTo>
                  <a:pt x="0" y="0"/>
                </a:lnTo>
                <a:lnTo>
                  <a:pt x="0" y="7957872"/>
                </a:lnTo>
                <a:lnTo>
                  <a:pt x="188475" y="7957872"/>
                </a:lnTo>
                <a:lnTo>
                  <a:pt x="188475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92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3" name="INSTRUCTION">
            <a:extLst>
              <a:ext uri="{FF2B5EF4-FFF2-40B4-BE49-F238E27FC236}">
                <a16:creationId xmlns:a16="http://schemas.microsoft.com/office/drawing/2014/main" id="{467E08D9-24CC-094B-D1AA-3E470E278B2C}"/>
              </a:ext>
            </a:extLst>
          </p:cNvPr>
          <p:cNvGrpSpPr/>
          <p:nvPr userDrawn="1"/>
        </p:nvGrpSpPr>
        <p:grpSpPr>
          <a:xfrm>
            <a:off x="-3789827" y="0"/>
            <a:ext cx="3693386" cy="5359349"/>
            <a:chOff x="-3786437" y="0"/>
            <a:chExt cx="3693386" cy="5359349"/>
          </a:xfrm>
        </p:grpSpPr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68EA9364-5175-38DD-AEBF-F8B246421C2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all" spc="0" normalizeH="0" baseline="0" noProof="0" dirty="0">
                  <a:ln>
                    <a:noFill/>
                  </a:ln>
                  <a:solidFill>
                    <a:srgbClr val="BC448C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BEF7AD89-F463-19BA-5A40-69F5C41ED1C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EB062133-230C-A6DA-D937-83D004C6593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02378214-380F-D551-253B-72C247CA1F61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174E6D22-E753-A735-46E8-58BE9430CCF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Under the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‘Home’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, use the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list level-buttons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to choose a text level.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205122A1-7C9C-394F-D214-665900E2D11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01F5A52E-45C2-A278-A51C-EC392E5C7CF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5EF9E078-EAD3-D8EE-174D-12355E48865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41338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8B4E45AB-DFF8-4552-69FE-592DD3C26472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C7D25A7F-F8AC-B669-3985-A6B0E3FA52E0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19138" marR="0" lvl="0" indent="-1778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Heading</a:t>
              </a: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5A23D81B-7504-E36A-0981-722B5D75742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BCE3FCD8-C946-772D-889B-84DBA252512B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6323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Numeric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E4D8702D-710A-81B9-7268-C56717092E8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715DC308-5D3B-46F6-CE87-9EB27D20613B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6323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erif 4 SemiBold" panose="02040603050405020204" pitchFamily="18" charset="0"/>
                  <a:ea typeface="Source Serif 4 SemiBold" panose="02040603050405020204" pitchFamily="18" charset="0"/>
                  <a:cs typeface="Calibri" panose="020F0502020204030204" pitchFamily="34" charset="0"/>
                </a:rPr>
                <a:t>Subheading</a:t>
              </a:r>
              <a:endParaRPr kumimoji="0" lang="nl-NL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erif 4 SemiBold" panose="02040603050405020204" pitchFamily="18" charset="0"/>
                <a:ea typeface="Source Serif 4 SemiBold" panose="0204060305040502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2EB7E1E2-725E-99AC-AFE2-8399E954BD6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8325D3DD-D231-1F04-DC81-7D949F7D1E19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Numeric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DD342F11-DF47-8A44-371C-FFAF1002A48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C965998-ACDD-1243-352E-0B47B82BE19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C448C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Alphabetic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B6F68157-F5C1-EB99-8637-6C058D5EE7D9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66BCB3A7-035C-881F-5F16-2862EA8341DF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6323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800" b="0" i="0" u="none" strike="noStrike" kern="0" cap="all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Black"/>
                  <a:ea typeface="+mn-ea"/>
                  <a:cs typeface="Calibri" panose="020F0502020204030204" pitchFamily="34" charset="0"/>
                </a:rPr>
                <a:t>title</a:t>
              </a:r>
              <a:endParaRPr kumimoji="0" lang="nl-NL" sz="1800" b="0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4840E549-152C-3E5E-0F18-BDA6842D33BD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Want to know more?</a:t>
              </a:r>
              <a:b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Go to the tab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'SLIDEBUILDER’ </a:t>
              </a: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click</a:t>
              </a:r>
              <a:b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nl-NL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 the button </a:t>
              </a:r>
              <a:r>
                <a:rPr kumimoji="0" lang="nl-NL" sz="1200" b="1" i="0" u="none" strike="noStrike" kern="1200" cap="all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‘Inspiration'</a:t>
              </a:r>
            </a:p>
          </p:txBody>
        </p:sp>
        <p:grpSp>
          <p:nvGrpSpPr>
            <p:cNvPr id="105" name="ICOON_info">
              <a:extLst>
                <a:ext uri="{FF2B5EF4-FFF2-40B4-BE49-F238E27FC236}">
                  <a16:creationId xmlns:a16="http://schemas.microsoft.com/office/drawing/2014/main" id="{05700937-AFCF-D446-9974-168DBBB9139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3" name="Ovaal 152">
                <a:extLst>
                  <a:ext uri="{FF2B5EF4-FFF2-40B4-BE49-F238E27FC236}">
                    <a16:creationId xmlns:a16="http://schemas.microsoft.com/office/drawing/2014/main" id="{E3925C92-D17C-1BED-D9E7-C32EC2A9010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600" b="0" i="0" u="none" strike="noStrike" kern="120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4" name="Graphic 163" descr="Informatie">
                <a:extLst>
                  <a:ext uri="{FF2B5EF4-FFF2-40B4-BE49-F238E27FC236}">
                    <a16:creationId xmlns:a16="http://schemas.microsoft.com/office/drawing/2014/main" id="{09FECA39-A76D-08FE-0C5D-1864E7803CE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6" name="VOORBEELD">
              <a:extLst>
                <a:ext uri="{FF2B5EF4-FFF2-40B4-BE49-F238E27FC236}">
                  <a16:creationId xmlns:a16="http://schemas.microsoft.com/office/drawing/2014/main" id="{CBDE18B8-0B4C-93C8-0B65-C89C03F1F95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C514C413-3F7C-CFA7-EABB-910D89F649E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7669865E-554F-A8E7-DE5C-BB5525FD87A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11F2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grpSp>
            <p:nvGrpSpPr>
              <p:cNvPr id="115" name="Groep 114">
                <a:extLst>
                  <a:ext uri="{FF2B5EF4-FFF2-40B4-BE49-F238E27FC236}">
                    <a16:creationId xmlns:a16="http://schemas.microsoft.com/office/drawing/2014/main" id="{92502273-9F79-493F-B75F-851ED90903D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6" name="Groep 145">
                  <a:extLst>
                    <a:ext uri="{FF2B5EF4-FFF2-40B4-BE49-F238E27FC236}">
                      <a16:creationId xmlns:a16="http://schemas.microsoft.com/office/drawing/2014/main" id="{6D16B65E-8E91-FCCA-9D7F-5450B814A3C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E7EB06A6-3E4E-BFB5-2109-1A44DD388D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F32228E0-C10D-C882-D129-6E75D223A3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841F1A00-7994-E0FD-6D06-88E4EF3B5C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655FA252-84B8-C113-DD2F-8A85CA601B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375BD215-E7ED-C95D-168A-AF691911B2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7" name="Pijl: rechts 146">
                  <a:extLst>
                    <a:ext uri="{FF2B5EF4-FFF2-40B4-BE49-F238E27FC236}">
                      <a16:creationId xmlns:a16="http://schemas.microsoft.com/office/drawing/2014/main" id="{9FF50CB6-390D-FD8B-E411-93011E23894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6" name="Groep 115">
                <a:extLst>
                  <a:ext uri="{FF2B5EF4-FFF2-40B4-BE49-F238E27FC236}">
                    <a16:creationId xmlns:a16="http://schemas.microsoft.com/office/drawing/2014/main" id="{8175106E-B4AF-CF62-D5B7-2C985096B12F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9" name="Groep 138">
                  <a:extLst>
                    <a:ext uri="{FF2B5EF4-FFF2-40B4-BE49-F238E27FC236}">
                      <a16:creationId xmlns:a16="http://schemas.microsoft.com/office/drawing/2014/main" id="{94926B1C-6306-D1CD-9C6C-7684B467742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E570874A-A822-00DC-46BB-C7DF6FB1C9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26031E4A-BEC7-5083-B45C-42CB487840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B4BA088E-CC5C-AB9E-691D-BC8B25F5CC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B4C90A33-E44C-46F1-A258-C584054E27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AD2B71D5-D9E8-679C-6397-AB07299197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0" name="Pijl: rechts 139">
                  <a:extLst>
                    <a:ext uri="{FF2B5EF4-FFF2-40B4-BE49-F238E27FC236}">
                      <a16:creationId xmlns:a16="http://schemas.microsoft.com/office/drawing/2014/main" id="{58281CB6-AE99-4C73-5950-028A0E54E9E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24CC6CC8-D1FB-2932-800D-0E1FFD3B99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5CA132F-7187-C32C-1EEF-79EB2EE181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tx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3C199A75-B65A-4D7E-180F-7478C1F29DA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C2E3924E-5AFF-69E7-2569-AE2DE58163C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9D962668-74AB-CFD8-580C-FE808C72747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E8414694-8D44-3C75-8ACE-D967E2C59B7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2" name="Groep 131">
                  <a:extLst>
                    <a:ext uri="{FF2B5EF4-FFF2-40B4-BE49-F238E27FC236}">
                      <a16:creationId xmlns:a16="http://schemas.microsoft.com/office/drawing/2014/main" id="{AD7289F7-7AB7-9C35-876E-886CB37C6FD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80E1263C-7845-22FA-E009-93DB9156AB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0D098962-1421-8FE8-4475-CE6EC43B99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DAB7B20-8E15-1076-9412-C37A3B13EC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3272568E-38EB-791E-BB0A-D72F5114F13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5FCE4736-DB64-382A-A234-E089B6D1F0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3" name="Pijl: rechts 132">
                  <a:extLst>
                    <a:ext uri="{FF2B5EF4-FFF2-40B4-BE49-F238E27FC236}">
                      <a16:creationId xmlns:a16="http://schemas.microsoft.com/office/drawing/2014/main" id="{B312B601-FA4F-5C95-A382-77F3F90B238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8CC90B6E-FFF8-3A39-7EA2-099141E200B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3" name="Rechthoek 122">
                  <a:extLst>
                    <a:ext uri="{FF2B5EF4-FFF2-40B4-BE49-F238E27FC236}">
                      <a16:creationId xmlns:a16="http://schemas.microsoft.com/office/drawing/2014/main" id="{9A12D172-D729-AE6A-E0B3-314E9A26539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4" name="Groep 123">
                  <a:extLst>
                    <a:ext uri="{FF2B5EF4-FFF2-40B4-BE49-F238E27FC236}">
                      <a16:creationId xmlns:a16="http://schemas.microsoft.com/office/drawing/2014/main" id="{D97CD097-A0B2-DF45-E22B-D502F8A1161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129396C6-063A-B175-5C81-EF398E54172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07468543-B2FB-55B4-E923-FEB606737C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3F852929-B1EE-B260-7A09-09E6921612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615ADB15-F16C-861E-660B-9EA0E60B38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683658CB-041D-22BB-F03A-C026CA90BE7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5" name="Pijl: rechts 124">
                  <a:extLst>
                    <a:ext uri="{FF2B5EF4-FFF2-40B4-BE49-F238E27FC236}">
                      <a16:creationId xmlns:a16="http://schemas.microsoft.com/office/drawing/2014/main" id="{B91253A4-1BF5-D104-A461-AAC57756769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7" name="Groep 106">
              <a:extLst>
                <a:ext uri="{FF2B5EF4-FFF2-40B4-BE49-F238E27FC236}">
                  <a16:creationId xmlns:a16="http://schemas.microsoft.com/office/drawing/2014/main" id="{82926FBB-D742-BF98-6487-84F1C90EA6AC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8" name="Inspireren">
                <a:extLst>
                  <a:ext uri="{FF2B5EF4-FFF2-40B4-BE49-F238E27FC236}">
                    <a16:creationId xmlns:a16="http://schemas.microsoft.com/office/drawing/2014/main" id="{902D9D88-B4F9-1E00-E431-EA7D6AC00853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0" name="Freeform 12">
                  <a:extLst>
                    <a:ext uri="{FF2B5EF4-FFF2-40B4-BE49-F238E27FC236}">
                      <a16:creationId xmlns:a16="http://schemas.microsoft.com/office/drawing/2014/main" id="{7A3875BD-EF36-D870-1B5E-9CC6232C8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 13">
                  <a:extLst>
                    <a:ext uri="{FF2B5EF4-FFF2-40B4-BE49-F238E27FC236}">
                      <a16:creationId xmlns:a16="http://schemas.microsoft.com/office/drawing/2014/main" id="{095A86F4-364F-C56C-E108-8CF1EA119E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14">
                  <a:extLst>
                    <a:ext uri="{FF2B5EF4-FFF2-40B4-BE49-F238E27FC236}">
                      <a16:creationId xmlns:a16="http://schemas.microsoft.com/office/drawing/2014/main" id="{E4CC4C45-315B-95A5-80B3-BA0B4CEA609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9546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 Ligh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9" name="Tekstvak 108">
                <a:extLst>
                  <a:ext uri="{FF2B5EF4-FFF2-40B4-BE49-F238E27FC236}">
                    <a16:creationId xmlns:a16="http://schemas.microsoft.com/office/drawing/2014/main" id="{ED1DBE23-8988-60BC-CB1A-FDEC5F13BC8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4C1D7CCA-5E59-AEC2-B77B-02B3E68888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545" y="452274"/>
            <a:ext cx="2216150" cy="384339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052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ep 41">
            <a:extLst>
              <a:ext uri="{FF2B5EF4-FFF2-40B4-BE49-F238E27FC236}">
                <a16:creationId xmlns:a16="http://schemas.microsoft.com/office/drawing/2014/main" id="{39E5E76A-D847-1DDE-DB15-A413AB440217}"/>
              </a:ext>
            </a:extLst>
          </p:cNvPr>
          <p:cNvGrpSpPr/>
          <p:nvPr userDrawn="1"/>
        </p:nvGrpSpPr>
        <p:grpSpPr>
          <a:xfrm>
            <a:off x="0" y="6622149"/>
            <a:ext cx="12192000" cy="235851"/>
            <a:chOff x="0" y="6082186"/>
            <a:chExt cx="12192000" cy="235851"/>
          </a:xfrm>
        </p:grpSpPr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E331D1F7-78E7-2473-447D-175601BD7F03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6082186"/>
              <a:ext cx="12192000" cy="2358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92EC9042-296A-1CDF-D461-C48E4D3CB8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74712" y="6082187"/>
              <a:ext cx="2455615" cy="235850"/>
            </a:xfrm>
            <a:prstGeom prst="rect">
              <a:avLst/>
            </a:prstGeom>
          </p:spPr>
        </p:pic>
      </p:grpSp>
      <p:sp>
        <p:nvSpPr>
          <p:cNvPr id="4" name="ToolsToo_Slide" descr="ToolsToo_Slide">
            <a:extLst>
              <a:ext uri="{FF2B5EF4-FFF2-40B4-BE49-F238E27FC236}">
                <a16:creationId xmlns:a16="http://schemas.microsoft.com/office/drawing/2014/main" id="{AC2E79F0-ECE6-5D06-387F-E2F078D02A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714" y="539964"/>
            <a:ext cx="7682808" cy="282574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/>
          <a:p>
            <a:r>
              <a:rPr lang="nl-NL"/>
              <a:t>Title slide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4712" y="1089025"/>
            <a:ext cx="10442576" cy="46831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#3</a:t>
            </a:r>
          </a:p>
          <a:p>
            <a:pPr lvl="4"/>
            <a:r>
              <a:rPr lang="nl-NL" dirty="0"/>
              <a:t>Tekst</a:t>
            </a:r>
          </a:p>
          <a:p>
            <a:pPr lvl="5"/>
            <a:r>
              <a:rPr lang="nl-NL" dirty="0"/>
              <a:t>Titel</a:t>
            </a:r>
          </a:p>
          <a:p>
            <a:pPr lvl="6"/>
            <a:r>
              <a:rPr lang="nl-NL" dirty="0" err="1"/>
              <a:t>Subkop</a:t>
            </a:r>
            <a:endParaRPr lang="nl-NL" dirty="0"/>
          </a:p>
          <a:p>
            <a:pPr lvl="7"/>
            <a:r>
              <a:rPr lang="nl-NL" dirty="0"/>
              <a:t>Alfabetische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Numerieke </a:t>
            </a:r>
            <a:r>
              <a:rPr lang="nl-NL" dirty="0" err="1"/>
              <a:t>bullet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9675" y="6672000"/>
            <a:ext cx="192000" cy="1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- INDELING">
            <a:extLst>
              <a:ext uri="{FF2B5EF4-FFF2-40B4-BE49-F238E27FC236}">
                <a16:creationId xmlns:a16="http://schemas.microsoft.com/office/drawing/2014/main" id="{E9150A11-B63A-4EA9-A4A1-31A9F622D51C}"/>
              </a:ext>
            </a:extLst>
          </p:cNvPr>
          <p:cNvSpPr txBox="1"/>
          <p:nvPr userDrawn="1"/>
        </p:nvSpPr>
        <p:spPr>
          <a:xfrm>
            <a:off x="0" y="-616025"/>
            <a:ext cx="12192000" cy="1684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nl-NL" sz="1000" b="0" cap="all" spc="67" baseline="0">
                <a:solidFill>
                  <a:sysClr val="windowText" lastClr="000000"/>
                </a:solidFill>
                <a:latin typeface="+mn-lt"/>
                <a:cs typeface="Calibri" panose="020F0502020204030204" pitchFamily="34" charset="0"/>
              </a:rPr>
              <a:t>layout</a:t>
            </a:r>
            <a:endParaRPr lang="nl-NL" sz="1000" b="0" cap="all" spc="67" baseline="0" dirty="0">
              <a:solidFill>
                <a:sysClr val="windowText" lastClr="000000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47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4" r:id="rId2"/>
    <p:sldLayoutId id="2147483685" r:id="rId3"/>
    <p:sldLayoutId id="2147483665" r:id="rId4"/>
    <p:sldLayoutId id="2147483666" r:id="rId5"/>
    <p:sldLayoutId id="2147483668" r:id="rId6"/>
    <p:sldLayoutId id="2147483671" r:id="rId7"/>
    <p:sldLayoutId id="2147483663" r:id="rId8"/>
    <p:sldLayoutId id="2147483669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2" r:id="rId16"/>
    <p:sldLayoutId id="2147483679" r:id="rId17"/>
    <p:sldLayoutId id="2147483680" r:id="rId18"/>
    <p:sldLayoutId id="2147483686" r:id="rId19"/>
    <p:sldLayoutId id="214748368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24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377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1463" algn="l" defTabSz="914377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268288" algn="l" defTabSz="914377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63638" indent="-360363" algn="l" defTabSz="914377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6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77" rtl="0" eaLnBrk="1" latinLnBrk="0" hangingPunct="1">
        <a:lnSpc>
          <a:spcPct val="90000"/>
        </a:lnSpc>
        <a:spcBef>
          <a:spcPts val="800"/>
        </a:spcBef>
        <a:spcAft>
          <a:spcPts val="0"/>
        </a:spcAft>
        <a:buFont typeface="Arial" panose="020B0604020202020204" pitchFamily="34" charset="0"/>
        <a:buNone/>
        <a:defRPr lang="nl-NL" sz="1600" b="0" kern="1200" cap="none" baseline="0" dirty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0" indent="0" algn="l" defTabSz="914377" rtl="0" eaLnBrk="1" latinLnBrk="0" hangingPunct="1">
        <a:lnSpc>
          <a:spcPct val="90000"/>
        </a:lnSpc>
        <a:spcBef>
          <a:spcPts val="800"/>
        </a:spcBef>
        <a:buFont typeface="+mj-lt"/>
        <a:buNone/>
        <a:defRPr sz="2000" b="1" kern="1200" cap="all" baseline="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Tx/>
        <a:buNone/>
        <a:defRPr sz="1600" b="0" i="0" kern="1200">
          <a:solidFill>
            <a:schemeClr val="tx1"/>
          </a:solidFill>
          <a:latin typeface="Source Serif 4 48pt" panose="02040503040405020204" pitchFamily="18" charset="0"/>
          <a:ea typeface="Source Serif 4 48pt" panose="02040503040405020204" pitchFamily="18" charset="0"/>
          <a:cs typeface="+mn-cs"/>
        </a:defRPr>
      </a:lvl7pPr>
      <a:lvl8pPr marL="271463" indent="-271463" algn="l" defTabSz="91437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+mj-lt"/>
        <a:buAutoNum type="alphaU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68288" indent="-268288" algn="l" defTabSz="914377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+mj-lt"/>
        <a:buAutoNum type="arabicPeriod"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73" userDrawn="1">
          <p15:clr>
            <a:srgbClr val="F26B43"/>
          </p15:clr>
        </p15:guide>
        <p15:guide id="6" pos="7129" userDrawn="1">
          <p15:clr>
            <a:srgbClr val="5ACBF0"/>
          </p15:clr>
        </p15:guide>
        <p15:guide id="7" pos="551" userDrawn="1">
          <p15:clr>
            <a:srgbClr val="5ACBF0"/>
          </p15:clr>
        </p15:guide>
        <p15:guide id="9" orient="horz" pos="3634" userDrawn="1">
          <p15:clr>
            <a:srgbClr val="5ACBF0"/>
          </p15:clr>
        </p15:guide>
        <p15:guide id="12" orient="horz" pos="527" userDrawn="1">
          <p15:clr>
            <a:srgbClr val="5ACBF0"/>
          </p15:clr>
        </p15:guide>
        <p15:guide id="13" orient="horz" userDrawn="1">
          <p15:clr>
            <a:srgbClr val="F26B43"/>
          </p15:clr>
        </p15:guide>
        <p15:guide id="14" orient="horz" pos="686" userDrawn="1">
          <p15:clr>
            <a:srgbClr val="5ACBF0"/>
          </p15:clr>
        </p15:guide>
        <p15:guide id="15" orient="horz" pos="21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svg"/><Relationship Id="rId3" Type="http://schemas.openxmlformats.org/officeDocument/2006/relationships/image" Target="../media/image28.pn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7.png"/><Relationship Id="rId15" Type="http://schemas.openxmlformats.org/officeDocument/2006/relationships/image" Target="../media/image39.svg"/><Relationship Id="rId10" Type="http://schemas.openxmlformats.org/officeDocument/2006/relationships/image" Target="../media/image34.svg"/><Relationship Id="rId4" Type="http://schemas.openxmlformats.org/officeDocument/2006/relationships/image" Target="../media/image29.png"/><Relationship Id="rId9" Type="http://schemas.openxmlformats.org/officeDocument/2006/relationships/image" Target="../media/image33.svg"/><Relationship Id="rId1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Tijdelijke aanduiding voor afbeelding 76" descr="Afbeelding met rook, Kleurrijkheid&#10;&#10;Automatisch gegenereerde beschrijving">
            <a:extLst>
              <a:ext uri="{FF2B5EF4-FFF2-40B4-BE49-F238E27FC236}">
                <a16:creationId xmlns:a16="http://schemas.microsoft.com/office/drawing/2014/main" id="{85634E75-9B48-379B-B0E4-9B3FB8731DC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r="3231"/>
          <a:stretch/>
        </p:blipFill>
        <p:spPr>
          <a:xfrm>
            <a:off x="-4112" y="-473871"/>
            <a:ext cx="12193200" cy="7331871"/>
          </a:xfrm>
        </p:spPr>
      </p:pic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93E5C4DA-3A5E-FAB9-4E58-6B179D43AEF6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0" y="0"/>
            <a:ext cx="12189088" cy="6858000"/>
          </a:xfrm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210DDCE2-8D2C-03F7-33E0-896BC379269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713" y="5457335"/>
            <a:ext cx="4018834" cy="311296"/>
          </a:xfrm>
        </p:spPr>
        <p:txBody>
          <a:bodyPr/>
          <a:lstStyle/>
          <a:p>
            <a:r>
              <a:rPr lang="nl-NL" dirty="0"/>
              <a:t>Lucas Jellema, CTO Conclusion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6BF1DF4-00E3-7730-95F3-798C8F16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2656"/>
            <a:ext cx="12193200" cy="264608"/>
          </a:xfrm>
        </p:spPr>
        <p:txBody>
          <a:bodyPr/>
          <a:lstStyle/>
          <a:p>
            <a:r>
              <a:rPr lang="nl-NL" dirty="0"/>
              <a:t>titel slide (afbeelding)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16079128-3BD8-7C3C-A2CD-54D403E66D8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74713" y="3776282"/>
            <a:ext cx="7218362" cy="1612900"/>
          </a:xfrm>
        </p:spPr>
        <p:txBody>
          <a:bodyPr/>
          <a:lstStyle/>
          <a:p>
            <a:r>
              <a:rPr lang="nl-NL" sz="4400" dirty="0"/>
              <a:t>Fundament voor autonome (</a:t>
            </a:r>
            <a:r>
              <a:rPr lang="nl-NL" sz="4400" dirty="0" err="1"/>
              <a:t>agentic</a:t>
            </a:r>
            <a:r>
              <a:rPr lang="nl-NL" sz="4400" dirty="0"/>
              <a:t>) systemen</a:t>
            </a:r>
          </a:p>
        </p:txBody>
      </p:sp>
      <p:sp>
        <p:nvSpPr>
          <p:cNvPr id="37" name="Tijdelijke aanduiding voor tekst 36">
            <a:extLst>
              <a:ext uri="{FF2B5EF4-FFF2-40B4-BE49-F238E27FC236}">
                <a16:creationId xmlns:a16="http://schemas.microsoft.com/office/drawing/2014/main" id="{5BD5BA86-A1F3-158C-4F4F-35B20B496376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-1" y="1089025"/>
            <a:ext cx="119760" cy="4679606"/>
          </a:xfrm>
        </p:spPr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pic>
        <p:nvPicPr>
          <p:cNvPr id="47" name="Tijdelijke aanduiding voor afbeelding 46" descr="Afbeelding met Lettertype, Graphics, tekst, schermopname&#10;&#10;Door AI gegenereerde inhoud is mogelijk onjuist.">
            <a:extLst>
              <a:ext uri="{FF2B5EF4-FFF2-40B4-BE49-F238E27FC236}">
                <a16:creationId xmlns:a16="http://schemas.microsoft.com/office/drawing/2014/main" id="{22D046BA-FB04-4374-CDD6-E9A968A83516}"/>
              </a:ext>
            </a:extLst>
          </p:cNvPr>
          <p:cNvPicPr>
            <a:picLocks noGrp="1" noChangeAspect="1"/>
          </p:cNvPicPr>
          <p:nvPr>
            <p:ph type="pic" idx="9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7" b="15857"/>
          <a:stretch/>
        </p:blipFill>
        <p:spPr>
          <a:xfrm>
            <a:off x="874713" y="1089025"/>
            <a:ext cx="2419350" cy="779463"/>
          </a:xfrm>
        </p:spPr>
      </p:pic>
    </p:spTree>
    <p:extLst>
      <p:ext uri="{BB962C8B-B14F-4D97-AF65-F5344CB8AC3E}">
        <p14:creationId xmlns:p14="http://schemas.microsoft.com/office/powerpoint/2010/main" val="259118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8313C3-EA2B-9B86-CFC7-80DB492D25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94C95-638F-2754-582C-3046A675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 </a:t>
            </a:r>
            <a:r>
              <a:rPr lang="en-US" dirty="0" err="1"/>
              <a:t>doet</a:t>
            </a:r>
            <a:r>
              <a:rPr lang="en-US" dirty="0"/>
              <a:t> ‘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nooit hoor..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8DE65-D155-AB05-051A-22394B8C2E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6DEB3-439A-1264-3DE4-5BB7D14F58B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0E8AC6-3AEF-00A4-DFE6-90A223355C3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C13ECB1-067B-7F60-F6B5-73C189A189AC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dat-doet-ie-anders-nooit">
            <a:hlinkClick r:id="" action="ppaction://media"/>
            <a:extLst>
              <a:ext uri="{FF2B5EF4-FFF2-40B4-BE49-F238E27FC236}">
                <a16:creationId xmlns:a16="http://schemas.microsoft.com/office/drawing/2014/main" id="{2C41DC22-5BF2-3964-865D-12C82E9E47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4712" y="1126729"/>
            <a:ext cx="6681316" cy="46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3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4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657E-3B94-A670-7C26-E2A8A443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72FA521-FB0A-1184-498B-3A2B9ED39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21B73B4-408A-2337-4DEB-63BC263C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60" y="565770"/>
            <a:ext cx="8569082" cy="277187"/>
          </a:xfrm>
        </p:spPr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mens</a:t>
            </a:r>
            <a:r>
              <a:rPr lang="en-US" dirty="0"/>
              <a:t> (</a:t>
            </a:r>
            <a:r>
              <a:rPr lang="en-US" dirty="0" err="1"/>
              <a:t>en</a:t>
            </a:r>
            <a:r>
              <a:rPr lang="en-US" dirty="0"/>
              <a:t> het </a:t>
            </a:r>
            <a:r>
              <a:rPr lang="en-US" dirty="0" err="1"/>
              <a:t>bedrijf</a:t>
            </a:r>
            <a:r>
              <a:rPr lang="en-US" dirty="0"/>
              <a:t>) achter de agent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5E10D3-2E0D-D3A9-84DF-E4A17009161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Baasje</a:t>
            </a:r>
            <a:r>
              <a:rPr lang="en-US" dirty="0"/>
              <a:t> is de baas (of in elk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verantwoordelijk</a:t>
            </a:r>
            <a:r>
              <a:rPr lang="en-US" dirty="0"/>
              <a:t>)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C3C22A4-85CE-DB56-A46D-DCF72B32A8DD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3F98C-1C9B-F829-9A57-DE61F3214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60" y="1195689"/>
            <a:ext cx="8426370" cy="8839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943311-EAA2-8F5D-E78D-3E355C301F8D}"/>
              </a:ext>
            </a:extLst>
          </p:cNvPr>
          <p:cNvSpPr/>
          <p:nvPr/>
        </p:nvSpPr>
        <p:spPr>
          <a:xfrm>
            <a:off x="875860" y="1645920"/>
            <a:ext cx="6693340" cy="6156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A236-B897-C4C4-892B-AB9A4D97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C2BE449-8B11-9575-6173-580BE463AD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13224C-22C1-75B1-ABAF-71F3ACDB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60" y="565770"/>
            <a:ext cx="8569082" cy="277187"/>
          </a:xfrm>
        </p:spPr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mens</a:t>
            </a:r>
            <a:r>
              <a:rPr lang="en-US" dirty="0"/>
              <a:t> (</a:t>
            </a:r>
            <a:r>
              <a:rPr lang="en-US" dirty="0" err="1"/>
              <a:t>en</a:t>
            </a:r>
            <a:r>
              <a:rPr lang="en-US" dirty="0"/>
              <a:t> het </a:t>
            </a:r>
            <a:r>
              <a:rPr lang="en-US" dirty="0" err="1"/>
              <a:t>bedrijf</a:t>
            </a:r>
            <a:r>
              <a:rPr lang="en-US" dirty="0"/>
              <a:t>) achter de agent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0A1006-A45E-DC13-139E-998C34118B0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Baasje</a:t>
            </a:r>
            <a:r>
              <a:rPr lang="en-US" dirty="0"/>
              <a:t> is de baas (of in elk </a:t>
            </a:r>
            <a:r>
              <a:rPr lang="en-US" dirty="0" err="1"/>
              <a:t>geval</a:t>
            </a:r>
            <a:r>
              <a:rPr lang="en-US" dirty="0"/>
              <a:t> </a:t>
            </a:r>
            <a:r>
              <a:rPr lang="en-US" dirty="0" err="1"/>
              <a:t>verantwoordelijk</a:t>
            </a:r>
            <a:r>
              <a:rPr lang="en-US" dirty="0"/>
              <a:t>)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E4441AC-C706-2194-0A82-5C7E454AA015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3B17FC-7FBA-C72E-D8B0-4EEA3A31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60" y="1195689"/>
            <a:ext cx="8426370" cy="8839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97069-ABD3-AF8B-7A4E-96F91E3EC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683" y="3261360"/>
            <a:ext cx="4614414" cy="55221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886AE5-BC09-CD54-E5AD-598DE5F4F1B2}"/>
              </a:ext>
            </a:extLst>
          </p:cNvPr>
          <p:cNvSpPr/>
          <p:nvPr/>
        </p:nvSpPr>
        <p:spPr>
          <a:xfrm>
            <a:off x="875860" y="6946952"/>
            <a:ext cx="495740" cy="855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44B2D6-15D5-E0E8-6037-562543A489E7}"/>
                  </a:ext>
                </a:extLst>
              </p14:cNvPr>
              <p14:cNvContentPartPr/>
              <p14:nvPr/>
            </p14:nvContentPartPr>
            <p14:xfrm>
              <a:off x="2253640" y="5657240"/>
              <a:ext cx="2765880" cy="90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44B2D6-15D5-E0E8-6037-562543A489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7640" y="5621600"/>
                <a:ext cx="2837520" cy="9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661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A9C7A8-A22B-514A-7211-9FD47187D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028461-FE9D-0EAB-99CC-11A6B53D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0490C-87FE-3ABE-0A42-0A56B2209D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9513F-779F-00C9-9A5A-87D224AE46B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BCFABA-E20D-1115-4B33-257EEBD54D4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4A3AAD-A977-EB91-15D7-6AFE8297DA3D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3A2215-234B-E5C1-88A2-8E177A07B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614" y="-5223676"/>
            <a:ext cx="9224526" cy="13836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BB474B-F6F2-534A-CBB1-52719F9FC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33" y="1119882"/>
            <a:ext cx="6910754" cy="460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2492-5738-AFA7-3DFE-E9BD40BA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CC2A94-2F32-4DA1-7304-AC2697076F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C07D8D-FC38-8CCD-95B0-2CE56671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91298-4E6B-68F9-7BE4-902962D3AA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5604-B83D-7592-B70D-234F8AF9345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FDAD35-5882-B815-8657-07D58BB6143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B26FA7E-B298-36A2-A323-3980DDE99BF3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857DC0-8263-E25B-075D-5FB7663C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36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052C-C431-1B47-DD9C-2D56F06A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44EA44-B021-0BCC-16EF-0457D441F9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8E5687-6757-F3F8-C597-3B268A1A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FAAA1-8A6D-1CBC-8114-C32599CBDD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69641-9336-660E-62C3-560A3A510A9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80EF72-03D6-4F68-F094-36D756BC96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AC896B-9A6E-05AD-10A2-A19FE7760FD6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7BCE3-C568-5CE2-05CB-A568E375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250" y="1083094"/>
            <a:ext cx="3119967" cy="4679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DC2D1A-DE95-8FFA-8937-E5E0E0AF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98" y="2293314"/>
            <a:ext cx="6249175" cy="40102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Burgerlijk Wetboek | 9789013055566 | Onbekend | Boeken | bol">
            <a:extLst>
              <a:ext uri="{FF2B5EF4-FFF2-40B4-BE49-F238E27FC236}">
                <a16:creationId xmlns:a16="http://schemas.microsoft.com/office/drawing/2014/main" id="{8FFF4799-8831-4B1C-BE30-E70CE9E55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634" y="280296"/>
            <a:ext cx="1665769" cy="26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81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F46CA8-4B25-1DB5-82F5-ACA72A8025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DFD6AD-0D89-A750-C213-B82B3592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57DD3-571C-7E2B-B77B-29536192F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7219-E76F-1E84-7B8A-292746413ED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35065C-DF45-3DF9-3286-F9914437C69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50DA9E-B72C-E4BC-DE0A-270EC8BF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8" y="1371605"/>
            <a:ext cx="11437162" cy="281698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41DD79-D58E-4BDC-04B1-60EC7279C417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23D882-E262-21D7-EBD0-85BCDA535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6" y="951133"/>
            <a:ext cx="8550381" cy="7392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6750CA-0A03-21B9-747B-4F9B0BCDE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81290"/>
            <a:ext cx="2217612" cy="15469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CD65CE-84EB-620A-221F-09786B56B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60" y="7059291"/>
            <a:ext cx="3821691" cy="11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2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54EA-366F-8F20-1477-EAAF1C05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E72033-97EE-DE46-C152-A8368F910C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3E221A-2A99-08C3-86AC-02BBFAEF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3835D-190D-4D61-5BB4-73075B1D63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F7524-D2E7-5387-511D-55C8CBE483F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502264-183E-29F7-EFED-BBA34602FCF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338C9-56E5-C60D-A8A2-D46C5FFA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035"/>
          <a:stretch>
            <a:fillRect/>
          </a:stretch>
        </p:blipFill>
        <p:spPr>
          <a:xfrm>
            <a:off x="239838" y="1526029"/>
            <a:ext cx="11437162" cy="759591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78F8078-68DF-756E-32A3-8B7BF7AAA067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D998E4-351D-A59E-925D-1A1432F34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81290"/>
            <a:ext cx="2217612" cy="15469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C5A18D-19B5-6168-B112-F878C3388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33" y="2722623"/>
            <a:ext cx="11489642" cy="3413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888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AADE62-5879-1334-BE1A-DF3DC8566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BD27D5-8017-3FB7-8ED5-8E4073C3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ai agentic </a:t>
            </a:r>
            <a:r>
              <a:rPr lang="en-US" dirty="0" err="1"/>
              <a:t>systeem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56003-128B-C612-AFE1-1928B5EE1B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7CE6F-8EE2-9749-19D8-EC85DDB3A4A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DC1D35-C308-6546-EFD8-E2E0D261E68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Toenemende</a:t>
            </a:r>
            <a:r>
              <a:rPr lang="en-US" dirty="0"/>
              <a:t> </a:t>
            </a:r>
            <a:r>
              <a:rPr lang="en-US" dirty="0" err="1"/>
              <a:t>autonomie</a:t>
            </a:r>
            <a:r>
              <a:rPr lang="en-US" dirty="0"/>
              <a:t> &amp; </a:t>
            </a:r>
            <a:r>
              <a:rPr lang="en-US" dirty="0" err="1"/>
              <a:t>besluitvorming</a:t>
            </a:r>
            <a:endParaRPr lang="en-US" dirty="0"/>
          </a:p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539189-777B-9E6B-9A30-B33B8B577D2C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8B733B-0DE0-D7D0-2D6E-A140E5CC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04" b="31759"/>
          <a:stretch>
            <a:fillRect/>
          </a:stretch>
        </p:blipFill>
        <p:spPr>
          <a:xfrm>
            <a:off x="1865487" y="1371605"/>
            <a:ext cx="7698032" cy="348236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D783CC4-0534-0CA6-60ED-84B110F090A5}"/>
              </a:ext>
            </a:extLst>
          </p:cNvPr>
          <p:cNvSpPr/>
          <p:nvPr/>
        </p:nvSpPr>
        <p:spPr>
          <a:xfrm>
            <a:off x="1597688" y="5164853"/>
            <a:ext cx="8450664" cy="604121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err="1"/>
              <a:t>Autonomie</a:t>
            </a:r>
            <a:r>
              <a:rPr lang="en-US" dirty="0"/>
              <a:t> + </a:t>
            </a:r>
            <a:r>
              <a:rPr lang="en-US" dirty="0" err="1"/>
              <a:t>gedelegeerde</a:t>
            </a:r>
            <a:r>
              <a:rPr lang="en-US" dirty="0"/>
              <a:t> </a:t>
            </a:r>
            <a:r>
              <a:rPr lang="en-US" dirty="0" err="1"/>
              <a:t>verantwoordelijkheid</a:t>
            </a:r>
            <a:endParaRPr lang="en-US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A34E479-8660-59E9-DCF9-843A6851131B}"/>
              </a:ext>
            </a:extLst>
          </p:cNvPr>
          <p:cNvSpPr/>
          <p:nvPr/>
        </p:nvSpPr>
        <p:spPr>
          <a:xfrm>
            <a:off x="435926" y="5521165"/>
            <a:ext cx="2323524" cy="818544"/>
          </a:xfrm>
          <a:prstGeom prst="wedgeRectCallout">
            <a:avLst>
              <a:gd name="adj1" fmla="val 35238"/>
              <a:gd name="adj2" fmla="val -172219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Assistent</a:t>
            </a:r>
            <a:r>
              <a:rPr lang="en-US" sz="1600" dirty="0"/>
              <a:t>, </a:t>
            </a:r>
            <a:r>
              <a:rPr lang="en-US" sz="1600" dirty="0" err="1"/>
              <a:t>Instructie</a:t>
            </a:r>
            <a:r>
              <a:rPr lang="en-US" sz="1600" dirty="0"/>
              <a:t> (hoe), HITL, direct </a:t>
            </a:r>
            <a:r>
              <a:rPr lang="en-US" sz="1600" dirty="0" err="1"/>
              <a:t>toezicht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ingrijpen</a:t>
            </a:r>
            <a:endParaRPr lang="en-US" sz="1600" dirty="0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5EF1E1E1-4457-6FAA-30AE-25A1B942DA23}"/>
              </a:ext>
            </a:extLst>
          </p:cNvPr>
          <p:cNvSpPr/>
          <p:nvPr/>
        </p:nvSpPr>
        <p:spPr>
          <a:xfrm>
            <a:off x="9734550" y="3957246"/>
            <a:ext cx="2323524" cy="1165607"/>
          </a:xfrm>
          <a:prstGeom prst="wedgeRectCallout">
            <a:avLst>
              <a:gd name="adj1" fmla="val -79364"/>
              <a:gd name="adj2" fmla="val -79364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Digitale</a:t>
            </a:r>
            <a:r>
              <a:rPr lang="en-US" sz="1600" dirty="0"/>
              <a:t> </a:t>
            </a:r>
            <a:r>
              <a:rPr lang="en-US" sz="1600" dirty="0" err="1"/>
              <a:t>Medewerker</a:t>
            </a:r>
            <a:r>
              <a:rPr lang="en-US" sz="1600" dirty="0"/>
              <a:t>, Doel (wat &amp; </a:t>
            </a:r>
            <a:r>
              <a:rPr lang="en-US" sz="1600" dirty="0" err="1"/>
              <a:t>waarom</a:t>
            </a:r>
            <a:r>
              <a:rPr lang="en-US" sz="1600" dirty="0"/>
              <a:t>), HOTL, </a:t>
            </a:r>
            <a:r>
              <a:rPr lang="en-US" sz="1600" dirty="0" err="1"/>
              <a:t>initiatief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handelingsvrijheid</a:t>
            </a:r>
            <a:r>
              <a:rPr lang="en-US" sz="1600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84703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B09C0-8DBE-DD2C-E09F-DBA49D602B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5E76E-0BC2-6B5B-CD52-232E2357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willen</a:t>
            </a:r>
            <a:r>
              <a:rPr lang="en-US" dirty="0"/>
              <a:t> we </a:t>
            </a:r>
            <a:r>
              <a:rPr lang="en-US" dirty="0" err="1"/>
              <a:t>autonome</a:t>
            </a:r>
            <a:r>
              <a:rPr lang="en-US" dirty="0"/>
              <a:t> agents?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46380-68DC-10B2-E871-74AAC4C63C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Snelheid</a:t>
            </a:r>
            <a:endParaRPr lang="en-US" dirty="0"/>
          </a:p>
          <a:p>
            <a:r>
              <a:rPr lang="en-US" dirty="0"/>
              <a:t>24/7</a:t>
            </a:r>
          </a:p>
          <a:p>
            <a:r>
              <a:rPr lang="en-US" dirty="0" err="1"/>
              <a:t>Onvermoeibaarheid</a:t>
            </a:r>
            <a:endParaRPr lang="en-US" dirty="0"/>
          </a:p>
          <a:p>
            <a:r>
              <a:rPr lang="en-US" dirty="0" err="1"/>
              <a:t>Schaalbaarheid</a:t>
            </a:r>
            <a:endParaRPr lang="en-US" dirty="0"/>
          </a:p>
          <a:p>
            <a:r>
              <a:rPr lang="en-US" dirty="0"/>
              <a:t>Kosten?</a:t>
            </a:r>
          </a:p>
          <a:p>
            <a:r>
              <a:rPr lang="en-US" dirty="0" err="1"/>
              <a:t>Kwaliteit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 err="1"/>
              <a:t>Flexibiliteit</a:t>
            </a:r>
            <a:r>
              <a:rPr lang="en-US" dirty="0"/>
              <a:t> </a:t>
            </a:r>
          </a:p>
          <a:p>
            <a:r>
              <a:rPr lang="en-US" dirty="0" err="1"/>
              <a:t>Diepgang</a:t>
            </a:r>
            <a:endParaRPr lang="en-US" dirty="0"/>
          </a:p>
          <a:p>
            <a:r>
              <a:rPr lang="en-US" dirty="0" err="1"/>
              <a:t>Onhaalbare</a:t>
            </a:r>
            <a:r>
              <a:rPr lang="en-US" dirty="0"/>
              <a:t> </a:t>
            </a:r>
            <a:r>
              <a:rPr lang="en-US" dirty="0" err="1"/>
              <a:t>haalbaar</a:t>
            </a:r>
            <a:endParaRPr lang="en-US" dirty="0"/>
          </a:p>
          <a:p>
            <a:r>
              <a:rPr lang="en-US" dirty="0" err="1"/>
              <a:t>Schaarste</a:t>
            </a:r>
            <a:r>
              <a:rPr lang="en-US" dirty="0"/>
              <a:t> </a:t>
            </a:r>
            <a:r>
              <a:rPr lang="en-US" dirty="0" err="1"/>
              <a:t>personeel</a:t>
            </a:r>
            <a:endParaRPr lang="en-US" dirty="0"/>
          </a:p>
          <a:p>
            <a:r>
              <a:rPr lang="en-US" dirty="0"/>
              <a:t>Medewerkers </a:t>
            </a:r>
            <a:r>
              <a:rPr lang="en-US" dirty="0" err="1"/>
              <a:t>vrijspelen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belangrijk</a:t>
            </a:r>
            <a:r>
              <a:rPr lang="en-US" dirty="0"/>
              <a:t> </a:t>
            </a:r>
            <a:r>
              <a:rPr lang="en-US" dirty="0" err="1"/>
              <a:t>werk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– </a:t>
            </a:r>
            <a:r>
              <a:rPr lang="en-US" dirty="0" err="1"/>
              <a:t>waar</a:t>
            </a:r>
            <a:r>
              <a:rPr lang="en-US" dirty="0"/>
              <a:t> EI </a:t>
            </a:r>
            <a:r>
              <a:rPr lang="en-US" dirty="0" err="1"/>
              <a:t>nodig</a:t>
            </a:r>
            <a:r>
              <a:rPr lang="en-US" dirty="0"/>
              <a:t> is</a:t>
            </a:r>
          </a:p>
          <a:p>
            <a:endParaRPr lang="en-US" dirty="0"/>
          </a:p>
          <a:p>
            <a:r>
              <a:rPr lang="en-US" dirty="0"/>
              <a:t>AI washing?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45260-8BCE-E584-ABD7-F14F3EB78EB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E8908E-DCAD-4A8A-F9C1-8CBD6B0A70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D89E157-B198-52DB-6A45-D5119E5910BE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1D0FB0-3DA6-05A2-F165-C0CDD8C8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04" b="31759"/>
          <a:stretch>
            <a:fillRect/>
          </a:stretch>
        </p:blipFill>
        <p:spPr>
          <a:xfrm>
            <a:off x="5475081" y="3302000"/>
            <a:ext cx="6396593" cy="289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2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F14A8F-E47D-0CC1-7B0D-F7C92A0420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CA3AF2-E130-3730-D61D-EC7B1584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 5D model: Basis van </a:t>
            </a:r>
            <a:r>
              <a:rPr lang="en-US" dirty="0" err="1"/>
              <a:t>een</a:t>
            </a:r>
            <a:r>
              <a:rPr lang="en-US" dirty="0"/>
              <a:t> AI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FEAFE-3B05-F61B-A396-19C472367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Doel</a:t>
            </a:r>
            <a:r>
              <a:rPr lang="en-US" dirty="0"/>
              <a:t> – wat </a:t>
            </a:r>
            <a:r>
              <a:rPr lang="en-US" dirty="0" err="1"/>
              <a:t>moet</a:t>
            </a:r>
            <a:r>
              <a:rPr lang="en-US" dirty="0"/>
              <a:t> de agent </a:t>
            </a:r>
            <a:r>
              <a:rPr lang="en-US" dirty="0" err="1"/>
              <a:t>bereiken</a:t>
            </a:r>
            <a:endParaRPr lang="en-US" dirty="0"/>
          </a:p>
          <a:p>
            <a:r>
              <a:rPr lang="en-US" b="1" dirty="0"/>
              <a:t>Denken</a:t>
            </a:r>
            <a:r>
              <a:rPr lang="en-US" dirty="0"/>
              <a:t> – LLM / reasoning</a:t>
            </a:r>
          </a:p>
          <a:p>
            <a:r>
              <a:rPr lang="en-US" b="1" dirty="0" err="1"/>
              <a:t>Doen</a:t>
            </a:r>
            <a:r>
              <a:rPr lang="en-US" dirty="0"/>
              <a:t> – tools / </a:t>
            </a:r>
            <a:r>
              <a:rPr lang="en-US" dirty="0" err="1"/>
              <a:t>acties</a:t>
            </a:r>
            <a:r>
              <a:rPr lang="en-US" dirty="0"/>
              <a:t> &amp; </a:t>
            </a:r>
            <a:r>
              <a:rPr lang="en-US" dirty="0" err="1"/>
              <a:t>waarnemen</a:t>
            </a:r>
            <a:endParaRPr lang="en-US" dirty="0"/>
          </a:p>
          <a:p>
            <a:r>
              <a:rPr lang="en-US" b="1" dirty="0"/>
              <a:t>Dossier</a:t>
            </a:r>
            <a:r>
              <a:rPr lang="en-US" dirty="0"/>
              <a:t> – </a:t>
            </a:r>
            <a:r>
              <a:rPr lang="en-US" dirty="0" err="1"/>
              <a:t>uitgangspunt</a:t>
            </a:r>
            <a:r>
              <a:rPr lang="en-US" dirty="0"/>
              <a:t>, context &amp; </a:t>
            </a:r>
            <a:r>
              <a:rPr lang="en-US" dirty="0" err="1"/>
              <a:t>geheugen</a:t>
            </a:r>
            <a:endParaRPr lang="en-US" dirty="0"/>
          </a:p>
          <a:p>
            <a:r>
              <a:rPr lang="en-US" b="1" dirty="0" err="1"/>
              <a:t>Dirigent</a:t>
            </a:r>
            <a:r>
              <a:rPr lang="en-US" dirty="0"/>
              <a:t> – </a:t>
            </a:r>
            <a:r>
              <a:rPr lang="en-US" dirty="0" err="1"/>
              <a:t>orkestratie</a:t>
            </a:r>
            <a:r>
              <a:rPr lang="en-US" dirty="0"/>
              <a:t> / regie, al </a:t>
            </a:r>
            <a:r>
              <a:rPr lang="en-US" dirty="0" err="1"/>
              <a:t>klaar</a:t>
            </a:r>
            <a:r>
              <a:rPr lang="en-US" dirty="0"/>
              <a:t> / wat nu?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DFE83-22E1-86CA-BC93-9D85E1D3F44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3BB81C-8FA1-FFD0-3D09-8971487EF66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AI Agent?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14322E2-C26D-2137-38B4-D7FCC944CED7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5D Realities (@5DRealities) • Facebook">
            <a:extLst>
              <a:ext uri="{FF2B5EF4-FFF2-40B4-BE49-F238E27FC236}">
                <a16:creationId xmlns:a16="http://schemas.microsoft.com/office/drawing/2014/main" id="{6FD4242E-4C08-6E3F-1B5F-A95F6714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020" y="1852821"/>
            <a:ext cx="4257675" cy="4257675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77D2F0-44E5-0704-FB2F-A3853B07E2E2}"/>
              </a:ext>
            </a:extLst>
          </p:cNvPr>
          <p:cNvSpPr txBox="1">
            <a:spLocks/>
          </p:cNvSpPr>
          <p:nvPr/>
        </p:nvSpPr>
        <p:spPr>
          <a:xfrm>
            <a:off x="874267" y="1083094"/>
            <a:ext cx="994726" cy="17505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3603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1600" b="0" kern="1200" cap="none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+mj-lt"/>
              <a:buNone/>
              <a:defRPr sz="20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Tx/>
              <a:buNone/>
              <a:defRPr sz="1600" b="0" i="0" kern="1200">
                <a:solidFill>
                  <a:schemeClr val="tx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  <a:cs typeface="+mn-cs"/>
              </a:defRPr>
            </a:lvl7pPr>
            <a:lvl8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lphaU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288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rabicPeriod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80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D1F4-FE85-1E17-C803-C95FBA45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59FE008-C3B8-5B99-14E1-05D592523346}"/>
              </a:ext>
            </a:extLst>
          </p:cNvPr>
          <p:cNvSpPr/>
          <p:nvPr/>
        </p:nvSpPr>
        <p:spPr>
          <a:xfrm>
            <a:off x="7083991" y="1868993"/>
            <a:ext cx="4977447" cy="1792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A9C54-6DB5-1461-1646-FE1DC2F97255}"/>
              </a:ext>
            </a:extLst>
          </p:cNvPr>
          <p:cNvSpPr/>
          <p:nvPr/>
        </p:nvSpPr>
        <p:spPr>
          <a:xfrm>
            <a:off x="4672484" y="4773261"/>
            <a:ext cx="3423231" cy="177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99EEB6-17CD-EC2B-D518-7CA5FD902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90" y="1460942"/>
            <a:ext cx="7359341" cy="490622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0FA40B-2D46-9179-015E-7EEDF9B05D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ABB0AC-CC01-938F-527A-003465D2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 5D model: Basis van </a:t>
            </a:r>
            <a:r>
              <a:rPr lang="en-US" dirty="0" err="1"/>
              <a:t>een</a:t>
            </a:r>
            <a:r>
              <a:rPr lang="en-US" dirty="0"/>
              <a:t> AI Agent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78C93-D30D-2E9B-3DA5-6842B37B92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Doel</a:t>
            </a:r>
            <a:r>
              <a:rPr lang="en-US" dirty="0"/>
              <a:t> – wat </a:t>
            </a:r>
            <a:r>
              <a:rPr lang="en-US" dirty="0" err="1"/>
              <a:t>moet</a:t>
            </a:r>
            <a:r>
              <a:rPr lang="en-US" dirty="0"/>
              <a:t> de agent </a:t>
            </a:r>
            <a:r>
              <a:rPr lang="en-US" dirty="0" err="1"/>
              <a:t>bereiken</a:t>
            </a:r>
            <a:endParaRPr lang="en-US" dirty="0"/>
          </a:p>
          <a:p>
            <a:r>
              <a:rPr lang="en-US" b="1" dirty="0"/>
              <a:t>Denken</a:t>
            </a:r>
            <a:r>
              <a:rPr lang="en-US" dirty="0"/>
              <a:t> – LLM / reasoning</a:t>
            </a:r>
          </a:p>
          <a:p>
            <a:r>
              <a:rPr lang="en-US" b="1" dirty="0" err="1"/>
              <a:t>Doen</a:t>
            </a:r>
            <a:r>
              <a:rPr lang="en-US" dirty="0"/>
              <a:t> – tools / </a:t>
            </a:r>
            <a:r>
              <a:rPr lang="en-US" dirty="0" err="1"/>
              <a:t>acties</a:t>
            </a:r>
            <a:r>
              <a:rPr lang="en-US" dirty="0"/>
              <a:t> &amp; </a:t>
            </a:r>
            <a:r>
              <a:rPr lang="en-US" dirty="0" err="1"/>
              <a:t>waarnemen</a:t>
            </a:r>
            <a:endParaRPr lang="en-US" dirty="0"/>
          </a:p>
          <a:p>
            <a:r>
              <a:rPr lang="en-US" b="1" dirty="0"/>
              <a:t>Dossier</a:t>
            </a:r>
            <a:r>
              <a:rPr lang="en-US" dirty="0"/>
              <a:t> – </a:t>
            </a:r>
            <a:r>
              <a:rPr lang="en-US" dirty="0" err="1"/>
              <a:t>uitgangspunt</a:t>
            </a:r>
            <a:r>
              <a:rPr lang="en-US" dirty="0"/>
              <a:t>, context &amp; </a:t>
            </a:r>
            <a:r>
              <a:rPr lang="en-US" dirty="0" err="1"/>
              <a:t>geheugen</a:t>
            </a:r>
            <a:endParaRPr lang="en-US" dirty="0"/>
          </a:p>
          <a:p>
            <a:r>
              <a:rPr lang="en-US" b="1" dirty="0" err="1"/>
              <a:t>Dirigent</a:t>
            </a:r>
            <a:r>
              <a:rPr lang="en-US" dirty="0"/>
              <a:t> – </a:t>
            </a:r>
            <a:r>
              <a:rPr lang="en-US" dirty="0" err="1"/>
              <a:t>orkestratie</a:t>
            </a:r>
            <a:r>
              <a:rPr lang="en-US" dirty="0"/>
              <a:t> / regie, al </a:t>
            </a:r>
            <a:r>
              <a:rPr lang="en-US" dirty="0" err="1"/>
              <a:t>klaar</a:t>
            </a:r>
            <a:r>
              <a:rPr lang="en-US" dirty="0"/>
              <a:t> / wat nu?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EFA62-4CFE-4D78-021B-972E2BF5935F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CA9E3F-696F-73B6-86F5-4C8D21E9E87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AI Agent?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C78D037-119A-C11E-218F-1D0AF50CC059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5D Realities (@5DRealities) • Facebook">
            <a:extLst>
              <a:ext uri="{FF2B5EF4-FFF2-40B4-BE49-F238E27FC236}">
                <a16:creationId xmlns:a16="http://schemas.microsoft.com/office/drawing/2014/main" id="{CB8A1F2C-50DC-E28E-0E23-07513176E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419" y="183333"/>
            <a:ext cx="1307384" cy="130738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DCE042-E390-5A75-4F6E-C5C2D9667170}"/>
              </a:ext>
            </a:extLst>
          </p:cNvPr>
          <p:cNvSpPr txBox="1">
            <a:spLocks/>
          </p:cNvSpPr>
          <p:nvPr/>
        </p:nvSpPr>
        <p:spPr>
          <a:xfrm>
            <a:off x="874267" y="1083094"/>
            <a:ext cx="994726" cy="17505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3603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1600" b="0" kern="1200" cap="none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+mj-lt"/>
              <a:buNone/>
              <a:defRPr sz="20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Tx/>
              <a:buNone/>
              <a:defRPr sz="1600" b="0" i="0" kern="1200">
                <a:solidFill>
                  <a:schemeClr val="tx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  <a:cs typeface="+mn-cs"/>
              </a:defRPr>
            </a:lvl7pPr>
            <a:lvl8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lphaU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288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rabicPeriod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</a:p>
          <a:p>
            <a:r>
              <a:rPr lang="en-US" b="1" dirty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05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1E631-B643-DF13-234D-4FEDB8365A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3CBA3E-A67E-FA1A-FBF3-65A7DDC0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Waar</a:t>
            </a:r>
            <a:r>
              <a:rPr lang="en-US" dirty="0"/>
              <a:t> zit Risico van </a:t>
            </a:r>
            <a:r>
              <a:rPr lang="en-US" dirty="0" err="1"/>
              <a:t>autonoom</a:t>
            </a:r>
            <a:r>
              <a:rPr lang="en-US" dirty="0"/>
              <a:t> </a:t>
            </a:r>
            <a:r>
              <a:rPr lang="en-US" dirty="0" err="1"/>
              <a:t>gedrag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3ACA-740B-4EE2-0E84-3EC6F3EC2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Als de stagiaire de </a:t>
            </a:r>
            <a:r>
              <a:rPr lang="en-US" dirty="0" err="1"/>
              <a:t>telefoon</a:t>
            </a:r>
            <a:r>
              <a:rPr lang="en-US" dirty="0"/>
              <a:t> </a:t>
            </a:r>
            <a:r>
              <a:rPr lang="en-US" dirty="0" err="1"/>
              <a:t>pakt</a:t>
            </a:r>
            <a:r>
              <a:rPr lang="en-US" dirty="0"/>
              <a:t>, het internet op </a:t>
            </a:r>
            <a:r>
              <a:rPr lang="en-US" dirty="0" err="1"/>
              <a:t>gaat</a:t>
            </a:r>
            <a:r>
              <a:rPr lang="en-US" dirty="0"/>
              <a:t>, </a:t>
            </a:r>
            <a:r>
              <a:rPr lang="en-US" dirty="0" err="1"/>
              <a:t>apparatuur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dirty="0" err="1"/>
              <a:t>bedienen</a:t>
            </a:r>
            <a:r>
              <a:rPr lang="en-US" dirty="0"/>
              <a:t>, over het </a:t>
            </a:r>
            <a:r>
              <a:rPr lang="en-US" dirty="0" err="1"/>
              <a:t>terrein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dirty="0" err="1"/>
              <a:t>dwalen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CDF76-53FD-FF12-F178-646607A55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722584-40BF-9F22-4531-511BCB7B00D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8EE1D2-2039-E9CB-CFEF-07F20D59BC75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93712-A5E2-3BB1-32DA-5A205171AF2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AF6"/>
              </a:clrFrom>
              <a:clrTo>
                <a:srgbClr val="FBFAF6">
                  <a:alpha val="0"/>
                </a:srgbClr>
              </a:clrTo>
            </a:clrChange>
          </a:blip>
          <a:srcRect l="40560" t="27726" b="24096"/>
          <a:stretch>
            <a:fillRect/>
          </a:stretch>
        </p:blipFill>
        <p:spPr>
          <a:xfrm>
            <a:off x="4796330" y="1949000"/>
            <a:ext cx="7395670" cy="40660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E07AC0-7C50-818B-FA70-65744C8CDE3B}"/>
              </a:ext>
            </a:extLst>
          </p:cNvPr>
          <p:cNvSpPr/>
          <p:nvPr/>
        </p:nvSpPr>
        <p:spPr>
          <a:xfrm>
            <a:off x="7083991" y="1868993"/>
            <a:ext cx="4977447" cy="1792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53A7A-7B88-795D-BD64-63E7039DF6D1}"/>
              </a:ext>
            </a:extLst>
          </p:cNvPr>
          <p:cNvSpPr/>
          <p:nvPr/>
        </p:nvSpPr>
        <p:spPr>
          <a:xfrm>
            <a:off x="4672484" y="4773261"/>
            <a:ext cx="3423231" cy="177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A98B5F-7142-F84E-0AB4-168965296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484" y="1948999"/>
            <a:ext cx="7302284" cy="40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78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0F95-FCE0-5CE3-FC2B-CFBE8B3F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8C68BFAE-0E5D-846B-900C-2A3E058EE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41" y="1135852"/>
            <a:ext cx="6936512" cy="3862377"/>
          </a:xfrm>
          <a:prstGeom prst="rect">
            <a:avLst/>
          </a:prstGeom>
        </p:spPr>
      </p:pic>
      <p:pic>
        <p:nvPicPr>
          <p:cNvPr id="45" name="Snagit_SNGOUT3">
            <a:extLst>
              <a:ext uri="{FF2B5EF4-FFF2-40B4-BE49-F238E27FC236}">
                <a16:creationId xmlns:a16="http://schemas.microsoft.com/office/drawing/2014/main" id="{C4DE7E55-6F0C-B870-68F3-C2B19AC17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334" y="5242925"/>
            <a:ext cx="579170" cy="62489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47755C-FCE6-7616-9B3A-521B8FAC75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EDB206-D974-99F9-B9AF-091F0935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“</a:t>
            </a:r>
            <a:r>
              <a:rPr lang="en-US" dirty="0" err="1"/>
              <a:t>doet</a:t>
            </a:r>
            <a:r>
              <a:rPr lang="en-US" dirty="0"/>
              <a:t>” </a:t>
            </a:r>
            <a:r>
              <a:rPr lang="en-US" dirty="0" err="1"/>
              <a:t>een</a:t>
            </a:r>
            <a:r>
              <a:rPr lang="en-US" dirty="0"/>
              <a:t> AI Agent?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4CF67-513D-A46D-7DAD-EEEC5A682CE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9188644" y="7036993"/>
            <a:ext cx="192000" cy="144000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33D2D3-E9DF-CA96-F057-5114668CEA6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D227A9-4E48-7CB0-5C46-64D1AA62C0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BFAF6"/>
              </a:clrFrom>
              <a:clrTo>
                <a:srgbClr val="FBFAF6">
                  <a:alpha val="0"/>
                </a:srgbClr>
              </a:clrTo>
            </a:clrChange>
          </a:blip>
          <a:srcRect l="40560" t="27726" r="41537" b="45941"/>
          <a:stretch>
            <a:fillRect/>
          </a:stretch>
        </p:blipFill>
        <p:spPr>
          <a:xfrm>
            <a:off x="4470418" y="5498321"/>
            <a:ext cx="985733" cy="983441"/>
          </a:xfrm>
          <a:prstGeom prst="rect">
            <a:avLst/>
          </a:prstGeom>
        </p:spPr>
      </p:pic>
      <p:pic>
        <p:nvPicPr>
          <p:cNvPr id="17" name="Graphic 16" descr="Email with solid fill">
            <a:extLst>
              <a:ext uri="{FF2B5EF4-FFF2-40B4-BE49-F238E27FC236}">
                <a16:creationId xmlns:a16="http://schemas.microsoft.com/office/drawing/2014/main" id="{AA13B0BF-951D-4E47-A86B-9BA2255D5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4434" y="1642253"/>
            <a:ext cx="914400" cy="914400"/>
          </a:xfrm>
          <a:prstGeom prst="rect">
            <a:avLst/>
          </a:prstGeom>
        </p:spPr>
      </p:pic>
      <p:pic>
        <p:nvPicPr>
          <p:cNvPr id="19" name="Graphic 18" descr="Chat bubble with solid fill">
            <a:extLst>
              <a:ext uri="{FF2B5EF4-FFF2-40B4-BE49-F238E27FC236}">
                <a16:creationId xmlns:a16="http://schemas.microsoft.com/office/drawing/2014/main" id="{CE8CA796-F977-0E1C-D727-6952D7DC0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8334" y="1108095"/>
            <a:ext cx="914400" cy="914400"/>
          </a:xfrm>
          <a:prstGeom prst="rect">
            <a:avLst/>
          </a:prstGeom>
        </p:spPr>
      </p:pic>
      <p:pic>
        <p:nvPicPr>
          <p:cNvPr id="21" name="Graphic 20" descr="Label with solid fill">
            <a:extLst>
              <a:ext uri="{FF2B5EF4-FFF2-40B4-BE49-F238E27FC236}">
                <a16:creationId xmlns:a16="http://schemas.microsoft.com/office/drawing/2014/main" id="{7E9C3FF5-0A00-381B-F0A3-E6430E17F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0016" y="4727607"/>
            <a:ext cx="914400" cy="914400"/>
          </a:xfrm>
          <a:prstGeom prst="rect">
            <a:avLst/>
          </a:prstGeom>
        </p:spPr>
      </p:pic>
      <p:pic>
        <p:nvPicPr>
          <p:cNvPr id="23" name="Graphic 22" descr="Workflow with solid fill">
            <a:extLst>
              <a:ext uri="{FF2B5EF4-FFF2-40B4-BE49-F238E27FC236}">
                <a16:creationId xmlns:a16="http://schemas.microsoft.com/office/drawing/2014/main" id="{D46F8C66-9474-AB5F-A1DD-F944EDF73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98833" y="5574513"/>
            <a:ext cx="914400" cy="914400"/>
          </a:xfrm>
          <a:prstGeom prst="rect">
            <a:avLst/>
          </a:prstGeom>
        </p:spPr>
      </p:pic>
      <p:pic>
        <p:nvPicPr>
          <p:cNvPr id="25" name="Graphic 24" descr="Document with solid fill">
            <a:extLst>
              <a:ext uri="{FF2B5EF4-FFF2-40B4-BE49-F238E27FC236}">
                <a16:creationId xmlns:a16="http://schemas.microsoft.com/office/drawing/2014/main" id="{6B16FC5C-0117-C594-FB83-342A74986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8778" y="1566919"/>
            <a:ext cx="914400" cy="914400"/>
          </a:xfrm>
          <a:prstGeom prst="rect">
            <a:avLst/>
          </a:prstGeom>
        </p:spPr>
      </p:pic>
      <p:pic>
        <p:nvPicPr>
          <p:cNvPr id="27" name="Graphic 26" descr="Shopping cart with solid fill">
            <a:extLst>
              <a:ext uri="{FF2B5EF4-FFF2-40B4-BE49-F238E27FC236}">
                <a16:creationId xmlns:a16="http://schemas.microsoft.com/office/drawing/2014/main" id="{726632B0-2669-DE96-39FD-A3F912ACB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05978" y="3843695"/>
            <a:ext cx="914400" cy="914400"/>
          </a:xfrm>
          <a:prstGeom prst="rect">
            <a:avLst/>
          </a:prstGeom>
        </p:spPr>
      </p:pic>
      <p:pic>
        <p:nvPicPr>
          <p:cNvPr id="29" name="Graphic 28" descr="Bank outline">
            <a:extLst>
              <a:ext uri="{FF2B5EF4-FFF2-40B4-BE49-F238E27FC236}">
                <a16:creationId xmlns:a16="http://schemas.microsoft.com/office/drawing/2014/main" id="{593F0AA6-AD1E-1F02-7C29-AFEB62C86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32580" y="3313017"/>
            <a:ext cx="914400" cy="914400"/>
          </a:xfrm>
          <a:prstGeom prst="rect">
            <a:avLst/>
          </a:prstGeom>
        </p:spPr>
      </p:pic>
      <p:pic>
        <p:nvPicPr>
          <p:cNvPr id="31" name="Graphic 30" descr="Speaker phone outline">
            <a:extLst>
              <a:ext uri="{FF2B5EF4-FFF2-40B4-BE49-F238E27FC236}">
                <a16:creationId xmlns:a16="http://schemas.microsoft.com/office/drawing/2014/main" id="{32D6BB56-CC40-348F-87CB-F6671397B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50013" y="1791960"/>
            <a:ext cx="914400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80F8E47-30DD-8E64-258A-C9255CC96C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77786" y="4705378"/>
            <a:ext cx="525826" cy="1394581"/>
          </a:xfrm>
          <a:prstGeom prst="rect">
            <a:avLst/>
          </a:prstGeom>
        </p:spPr>
      </p:pic>
      <p:pic>
        <p:nvPicPr>
          <p:cNvPr id="35" name="Graphic 34" descr="Office worker female with solid fill">
            <a:extLst>
              <a:ext uri="{FF2B5EF4-FFF2-40B4-BE49-F238E27FC236}">
                <a16:creationId xmlns:a16="http://schemas.microsoft.com/office/drawing/2014/main" id="{AE787803-0581-5756-8020-F546B5B73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67523" y="4449640"/>
            <a:ext cx="1152691" cy="1152691"/>
          </a:xfrm>
          <a:prstGeom prst="rect">
            <a:avLst/>
          </a:prstGeom>
        </p:spPr>
      </p:pic>
      <p:pic>
        <p:nvPicPr>
          <p:cNvPr id="47" name="Snagit_SNGOUT4">
            <a:extLst>
              <a:ext uri="{FF2B5EF4-FFF2-40B4-BE49-F238E27FC236}">
                <a16:creationId xmlns:a16="http://schemas.microsoft.com/office/drawing/2014/main" id="{17E24901-37BC-B1FD-C3F7-D2E4FB04E41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25" y="2548435"/>
            <a:ext cx="844247" cy="853423"/>
          </a:xfrm>
          <a:prstGeom prst="rect">
            <a:avLst/>
          </a:prstGeom>
        </p:spPr>
      </p:pic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22136F5-D7FC-52CD-0C45-AEEE533168EA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CAD8377-78CC-5986-1611-12552F59DF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04211" y="1968228"/>
            <a:ext cx="824958" cy="1019739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FA2134-0E21-1342-052C-7F66EE79CEA5}"/>
              </a:ext>
            </a:extLst>
          </p:cNvPr>
          <p:cNvCxnSpPr>
            <a:cxnSpLocks/>
          </p:cNvCxnSpPr>
          <p:nvPr/>
        </p:nvCxnSpPr>
        <p:spPr>
          <a:xfrm flipH="1" flipV="1">
            <a:off x="4641877" y="2881003"/>
            <a:ext cx="288938" cy="42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2B4F18-4556-AB88-4DB7-13FF7085BE56}"/>
              </a:ext>
            </a:extLst>
          </p:cNvPr>
          <p:cNvCxnSpPr>
            <a:cxnSpLocks/>
          </p:cNvCxnSpPr>
          <p:nvPr/>
        </p:nvCxnSpPr>
        <p:spPr>
          <a:xfrm flipV="1">
            <a:off x="6542224" y="2633352"/>
            <a:ext cx="317703" cy="676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36C1015-480C-FE6D-17F9-5BD246A466F1}"/>
              </a:ext>
            </a:extLst>
          </p:cNvPr>
          <p:cNvCxnSpPr>
            <a:cxnSpLocks/>
          </p:cNvCxnSpPr>
          <p:nvPr/>
        </p:nvCxnSpPr>
        <p:spPr>
          <a:xfrm flipV="1">
            <a:off x="7158275" y="2403397"/>
            <a:ext cx="1861917" cy="1244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5D17F20-E704-68B6-FE53-2DFBF7F3065A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7174014" y="2975147"/>
            <a:ext cx="2552911" cy="825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1A2CEA-1D51-D894-F4C5-9098B31864D5}"/>
              </a:ext>
            </a:extLst>
          </p:cNvPr>
          <p:cNvCxnSpPr>
            <a:cxnSpLocks/>
          </p:cNvCxnSpPr>
          <p:nvPr/>
        </p:nvCxnSpPr>
        <p:spPr>
          <a:xfrm flipV="1">
            <a:off x="7138834" y="3843695"/>
            <a:ext cx="1418687" cy="27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1E236A8-F92E-A2AE-0A8A-6397B8015C0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7158275" y="4300895"/>
            <a:ext cx="2247703" cy="11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74BDF1D-B5DB-DB76-4502-FF09CEDB5B9C}"/>
              </a:ext>
            </a:extLst>
          </p:cNvPr>
          <p:cNvCxnSpPr>
            <a:cxnSpLocks/>
          </p:cNvCxnSpPr>
          <p:nvPr/>
        </p:nvCxnSpPr>
        <p:spPr>
          <a:xfrm>
            <a:off x="7174014" y="4704248"/>
            <a:ext cx="882880" cy="367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984E13E-4B42-3BD3-771B-6E4660974FF9}"/>
              </a:ext>
            </a:extLst>
          </p:cNvPr>
          <p:cNvCxnSpPr>
            <a:cxnSpLocks/>
          </p:cNvCxnSpPr>
          <p:nvPr/>
        </p:nvCxnSpPr>
        <p:spPr>
          <a:xfrm>
            <a:off x="6712005" y="4915988"/>
            <a:ext cx="426829" cy="355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BB6192F-A157-BCBA-388C-047B53827D0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941967" y="4915988"/>
            <a:ext cx="21318" cy="58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3A92133-A106-7DAD-F702-EA2439B8FB16}"/>
              </a:ext>
            </a:extLst>
          </p:cNvPr>
          <p:cNvCxnSpPr>
            <a:cxnSpLocks/>
          </p:cNvCxnSpPr>
          <p:nvPr/>
        </p:nvCxnSpPr>
        <p:spPr>
          <a:xfrm flipH="1">
            <a:off x="3118584" y="4704248"/>
            <a:ext cx="333651" cy="19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719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1ADD-03C7-5C55-EAEA-4A304958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0211F2-E057-9138-FEFD-4F10B6E2AD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E4AAA2-8F5E-008F-DD84-22C286AB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neem je </a:t>
            </a:r>
            <a:r>
              <a:rPr lang="en-US" dirty="0" err="1"/>
              <a:t>verantwoordelijkheid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E339F-31B3-47AE-2B93-2FFFD828E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Iedere</a:t>
            </a:r>
            <a:r>
              <a:rPr lang="en-US" dirty="0"/>
              <a:t> AI Agent is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en-US" dirty="0" err="1"/>
              <a:t>supervisie</a:t>
            </a:r>
            <a:r>
              <a:rPr lang="en-US" dirty="0"/>
              <a:t> van </a:t>
            </a:r>
            <a:r>
              <a:rPr lang="en-US" i="1" dirty="0" err="1"/>
              <a:t>iemand</a:t>
            </a:r>
            <a:r>
              <a:rPr lang="en-US" i="1" dirty="0"/>
              <a:t> (de </a:t>
            </a:r>
            <a:r>
              <a:rPr lang="en-US" i="1" dirty="0" err="1"/>
              <a:t>gebruiksverantwoordelijke</a:t>
            </a:r>
            <a:r>
              <a:rPr lang="en-US" i="1" dirty="0"/>
              <a:t>)</a:t>
            </a:r>
          </a:p>
          <a:p>
            <a:pPr lvl="1"/>
            <a:r>
              <a:rPr lang="en-US" i="1" dirty="0" err="1"/>
              <a:t>Geldt</a:t>
            </a:r>
            <a:r>
              <a:rPr lang="en-US" i="1" dirty="0"/>
              <a:t> </a:t>
            </a:r>
            <a:r>
              <a:rPr lang="en-US" i="1" dirty="0" err="1"/>
              <a:t>dat</a:t>
            </a:r>
            <a:r>
              <a:rPr lang="en-US" i="1" dirty="0"/>
              <a:t> </a:t>
            </a:r>
            <a:r>
              <a:rPr lang="en-US" i="1" dirty="0" err="1"/>
              <a:t>niet</a:t>
            </a:r>
            <a:r>
              <a:rPr lang="en-US" i="1" dirty="0"/>
              <a:t> </a:t>
            </a:r>
            <a:r>
              <a:rPr lang="en-US" i="1" dirty="0" err="1"/>
              <a:t>ook</a:t>
            </a:r>
            <a:r>
              <a:rPr lang="en-US" i="1" dirty="0"/>
              <a:t> </a:t>
            </a:r>
            <a:r>
              <a:rPr lang="en-US" i="1" dirty="0" err="1"/>
              <a:t>voor</a:t>
            </a:r>
            <a:r>
              <a:rPr lang="en-US" i="1" dirty="0"/>
              <a:t> </a:t>
            </a:r>
            <a:r>
              <a:rPr lang="en-US" i="1" dirty="0" err="1"/>
              <a:t>iedere</a:t>
            </a:r>
            <a:r>
              <a:rPr lang="en-US" i="1" dirty="0"/>
              <a:t> (junior) </a:t>
            </a:r>
            <a:r>
              <a:rPr lang="en-US" i="1" dirty="0" err="1"/>
              <a:t>medewerker</a:t>
            </a:r>
            <a:r>
              <a:rPr lang="en-US" i="1" dirty="0"/>
              <a:t>, </a:t>
            </a:r>
            <a:r>
              <a:rPr lang="en-US" i="1" dirty="0" err="1"/>
              <a:t>iedere</a:t>
            </a:r>
            <a:r>
              <a:rPr lang="en-US" i="1" dirty="0"/>
              <a:t> </a:t>
            </a:r>
            <a:r>
              <a:rPr lang="en-US" i="1" dirty="0" err="1"/>
              <a:t>slagboom</a:t>
            </a:r>
            <a:r>
              <a:rPr lang="en-US" i="1" dirty="0"/>
              <a:t> </a:t>
            </a:r>
            <a:r>
              <a:rPr lang="en-US" i="1" dirty="0" err="1"/>
              <a:t>en</a:t>
            </a:r>
            <a:r>
              <a:rPr lang="en-US" i="1" dirty="0"/>
              <a:t> </a:t>
            </a:r>
            <a:r>
              <a:rPr lang="en-US" i="1" dirty="0" err="1"/>
              <a:t>pastamachine</a:t>
            </a:r>
            <a:r>
              <a:rPr lang="en-US" i="1" dirty="0"/>
              <a:t>)</a:t>
            </a: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endParaRPr lang="en-US" i="1" dirty="0"/>
          </a:p>
          <a:p>
            <a:r>
              <a:rPr lang="en-US" dirty="0"/>
              <a:t>Onder </a:t>
            </a:r>
            <a:r>
              <a:rPr lang="en-US" dirty="0" err="1"/>
              <a:t>welke</a:t>
            </a:r>
            <a:r>
              <a:rPr lang="en-US" dirty="0"/>
              <a:t> </a:t>
            </a:r>
            <a:r>
              <a:rPr lang="en-US" dirty="0" err="1"/>
              <a:t>voorwaarden</a:t>
            </a:r>
            <a:r>
              <a:rPr lang="en-US" dirty="0"/>
              <a:t> </a:t>
            </a:r>
            <a:r>
              <a:rPr lang="en-US" dirty="0" err="1"/>
              <a:t>accepteer</a:t>
            </a:r>
            <a:r>
              <a:rPr lang="en-US" dirty="0"/>
              <a:t> </a:t>
            </a:r>
            <a:r>
              <a:rPr lang="en-US" i="1" dirty="0" err="1"/>
              <a:t>jij</a:t>
            </a:r>
            <a:r>
              <a:rPr lang="en-US" dirty="0"/>
              <a:t> die </a:t>
            </a:r>
            <a:r>
              <a:rPr lang="en-US" dirty="0" err="1"/>
              <a:t>verantwoordelijkheid</a:t>
            </a:r>
            <a:r>
              <a:rPr lang="en-US" dirty="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8C9DB-BAF9-9027-9BA9-1FFF74B4F8A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3BDBA3-61EA-A7AD-3AC0-6A3E3F1C117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Autonomous AI Agent </a:t>
            </a:r>
            <a:r>
              <a:rPr lang="en-US" dirty="0" err="1"/>
              <a:t>valt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en-US" dirty="0" err="1"/>
              <a:t>artikel</a:t>
            </a:r>
            <a:r>
              <a:rPr lang="en-US" dirty="0"/>
              <a:t> 6:170 BW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109C08A-97C7-573B-D05A-AB62920E33F9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2E7AF-376D-29E9-8B15-CC18C0A7A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527" y="3081122"/>
            <a:ext cx="5239148" cy="293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9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67A4-CB52-BE69-B52E-0E206D37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B420B3-6BB8-D3B8-8BE2-F01C4F4674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1D0FC1-1118-B3CD-53EC-98D1E22C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Temmen van de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44723-7F51-7BD8-F30C-93A13F1D7D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860" y="1089026"/>
            <a:ext cx="5481397" cy="4679950"/>
          </a:xfrm>
        </p:spPr>
        <p:txBody>
          <a:bodyPr/>
          <a:lstStyle/>
          <a:p>
            <a:r>
              <a:rPr lang="nl-NL" i="1" dirty="0"/>
              <a:t>iedere agent is van iemand</a:t>
            </a:r>
            <a:r>
              <a:rPr lang="nl-NL" dirty="0"/>
              <a:t>; er is altijd </a:t>
            </a:r>
            <a:r>
              <a:rPr lang="nl-NL" i="1" dirty="0"/>
              <a:t>iemand</a:t>
            </a:r>
            <a:r>
              <a:rPr lang="nl-NL" dirty="0"/>
              <a:t> </a:t>
            </a:r>
            <a:r>
              <a:rPr lang="nl-NL" dirty="0" err="1"/>
              <a:t>accountable</a:t>
            </a:r>
            <a:r>
              <a:rPr lang="nl-NL" dirty="0"/>
              <a:t> voor wat de agent doet (en wat deze operationeel; kost). </a:t>
            </a:r>
          </a:p>
          <a:p>
            <a:pPr lvl="1"/>
            <a:r>
              <a:rPr lang="nl-NL" dirty="0"/>
              <a:t>die accountability leidt er toe dat er eisen worden gesteld aan de agent en de context waarin deze functioneert - wie zou anders die verantwoordelijkheid willen hebben</a:t>
            </a:r>
          </a:p>
          <a:p>
            <a:r>
              <a:rPr lang="nl-NL" dirty="0"/>
              <a:t>om de accountability invulling te kunnen geven is behoefte aan</a:t>
            </a:r>
          </a:p>
          <a:p>
            <a:pPr lvl="1"/>
            <a:r>
              <a:rPr lang="nl-NL" i="1" dirty="0"/>
              <a:t>inzicht</a:t>
            </a:r>
            <a:r>
              <a:rPr lang="nl-NL" dirty="0"/>
              <a:t> in wat de agent zal gaan doen, doet en deed (welke acties/resultaten bij welke input)</a:t>
            </a:r>
          </a:p>
          <a:p>
            <a:pPr lvl="1"/>
            <a:r>
              <a:rPr lang="nl-NL" dirty="0"/>
              <a:t>mogelijkheid tot </a:t>
            </a:r>
            <a:r>
              <a:rPr lang="nl-NL" i="1" dirty="0"/>
              <a:t>ingrijpen </a:t>
            </a:r>
            <a:r>
              <a:rPr lang="nl-NL" dirty="0"/>
              <a:t>(bijsturen, tegenhouden, uitzetten)</a:t>
            </a:r>
          </a:p>
          <a:p>
            <a:pPr lvl="1"/>
            <a:r>
              <a:rPr lang="nl-NL" i="1" dirty="0"/>
              <a:t>beperking</a:t>
            </a:r>
            <a:r>
              <a:rPr lang="nl-NL" dirty="0"/>
              <a:t> in wat een agent kan zien, doen en als resultaat veroorzaken; ook mogelijkheid tot vertragen (tot menselijke proporties) en pauzeren </a:t>
            </a:r>
            <a:br>
              <a:rPr lang="nl-NL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A5A2-548D-16C6-BD40-FFAB55D73FB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4EEDC1-F8E0-CC22-B206-F4009B0CC41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76F8AB-0C15-0DC9-E527-D367357EE8A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6D6D1-0D61-3E28-F431-0E05B548B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527" y="1169990"/>
            <a:ext cx="5239148" cy="293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D68F-1DAE-6288-AD3B-D143CE8460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245338-ED0A-AE69-DD16-F0D92F00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Temmen van de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DBD0B-A045-0450-BFDE-5368A61E1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860" y="1089026"/>
            <a:ext cx="6358318" cy="4157888"/>
          </a:xfrm>
        </p:spPr>
        <p:txBody>
          <a:bodyPr/>
          <a:lstStyle/>
          <a:p>
            <a:r>
              <a:rPr lang="nl-NL" dirty="0"/>
              <a:t>inzicht in instructie / prompt en beschikbare tools / skills</a:t>
            </a:r>
          </a:p>
          <a:p>
            <a:r>
              <a:rPr lang="nl-NL" dirty="0"/>
              <a:t>testen voordat de agent in echte actie gaat (en misschien ook </a:t>
            </a:r>
            <a:br>
              <a:rPr lang="nl-NL" dirty="0"/>
            </a:br>
            <a:r>
              <a:rPr lang="nl-NL" dirty="0"/>
              <a:t>wel testen in productie)</a:t>
            </a:r>
          </a:p>
          <a:p>
            <a:r>
              <a:rPr lang="nl-NL" dirty="0" err="1"/>
              <a:t>observability</a:t>
            </a:r>
            <a:r>
              <a:rPr lang="nl-NL" dirty="0"/>
              <a:t> - monitoring en real-time analyse/ </a:t>
            </a:r>
            <a:r>
              <a:rPr lang="nl-NL" dirty="0" err="1"/>
              <a:t>anomaly</a:t>
            </a:r>
            <a:r>
              <a:rPr lang="nl-NL" dirty="0"/>
              <a:t> en </a:t>
            </a:r>
            <a:br>
              <a:rPr lang="nl-NL" dirty="0"/>
            </a:br>
            <a:r>
              <a:rPr lang="nl-NL" dirty="0"/>
              <a:t>trend detectie</a:t>
            </a:r>
          </a:p>
          <a:p>
            <a:pPr lvl="1"/>
            <a:r>
              <a:rPr lang="nl-NL" dirty="0"/>
              <a:t>Nauwgezet monitoren welk netwerkverkeer plaatsvindt</a:t>
            </a:r>
          </a:p>
          <a:p>
            <a:r>
              <a:rPr lang="nl-NL" dirty="0"/>
              <a:t>audit </a:t>
            </a:r>
            <a:r>
              <a:rPr lang="nl-NL" dirty="0" err="1"/>
              <a:t>trail</a:t>
            </a:r>
            <a:r>
              <a:rPr lang="nl-NL" dirty="0"/>
              <a:t>/ log</a:t>
            </a:r>
          </a:p>
          <a:p>
            <a:r>
              <a:rPr lang="nl-NL" dirty="0" err="1"/>
              <a:t>guardian</a:t>
            </a:r>
            <a:r>
              <a:rPr lang="nl-NL" dirty="0"/>
              <a:t> </a:t>
            </a:r>
            <a:r>
              <a:rPr lang="nl-NL" dirty="0" err="1"/>
              <a:t>agents</a:t>
            </a:r>
            <a:r>
              <a:rPr lang="nl-NL" dirty="0"/>
              <a:t> kunnen worden ingezet om de agent in real-time te controleren en over het gedrag te rapporteren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3382D-2324-5F31-5F26-B64BD250A63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FC58F3-6D86-8E56-191E-0DFA6F0B1FD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Voorzicht</a:t>
            </a:r>
            <a:r>
              <a:rPr lang="en-US" dirty="0"/>
              <a:t>, </a:t>
            </a:r>
            <a:r>
              <a:rPr lang="en-US" dirty="0" err="1"/>
              <a:t>inzicht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toezicht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22E7BE-BC2E-1D3E-BFCF-F2A981E372B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2" descr="When AI Wants to Spend Money but is Trapped in a Human Cage: I Understand  What Kite AI is Solving | 小楼 on Binance Square">
            <a:extLst>
              <a:ext uri="{FF2B5EF4-FFF2-40B4-BE49-F238E27FC236}">
                <a16:creationId xmlns:a16="http://schemas.microsoft.com/office/drawing/2014/main" id="{14301088-513E-6A9F-95C9-CD279611A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925" y="141291"/>
            <a:ext cx="4294749" cy="2863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81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7896-4E30-A782-9DC7-A6EFB097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BE96A-12F9-3E8B-5639-39C9CB338C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F05903-FB6C-879B-76D1-79A4AA0E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Temmen van de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04216-5F52-FD33-0A62-B9E8AD0F9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860" y="1089026"/>
            <a:ext cx="5032571" cy="4157888"/>
          </a:xfrm>
        </p:spPr>
        <p:txBody>
          <a:bodyPr/>
          <a:lstStyle/>
          <a:p>
            <a:r>
              <a:rPr lang="nl-NL" dirty="0"/>
              <a:t>human in </a:t>
            </a:r>
            <a:r>
              <a:rPr lang="nl-NL" dirty="0" err="1"/>
              <a:t>the</a:t>
            </a:r>
            <a:r>
              <a:rPr lang="nl-NL" dirty="0"/>
              <a:t> loop voor "belangrijke" beslissingen (de definitie daarvan moet helder zijn en hard geïmplementeerd worden: geen agent-actie mag de wereld ingaan zonder menselijke toestemming als het een belangrijke beslissing betreft</a:t>
            </a:r>
          </a:p>
          <a:p>
            <a:r>
              <a:rPr lang="nl-NL" dirty="0"/>
              <a:t>waar mogelijk moeten acties terug te rollen zijn - en daar moet een mechanisme voor beschikbaar zijn</a:t>
            </a:r>
          </a:p>
          <a:p>
            <a:r>
              <a:rPr lang="nl-NL" dirty="0"/>
              <a:t>er is een </a:t>
            </a:r>
            <a:r>
              <a:rPr lang="nl-NL" dirty="0" err="1"/>
              <a:t>kill</a:t>
            </a:r>
            <a:r>
              <a:rPr lang="nl-NL" dirty="0"/>
              <a:t> switch - de agent kan instantaan gestopt worden</a:t>
            </a:r>
          </a:p>
          <a:p>
            <a:r>
              <a:rPr lang="nl-NL" dirty="0"/>
              <a:t>acties/resultaten die buiten de ingestelde bandbreedte vallen worden tegengehouden; een opdracht van een agent wordt altijd gecontroleerd tegen regels voordat deze ter uitvoering wordt aangeboden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8D9FB-D6BF-2228-1FB0-AD7C22497D5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FD3C0-159C-B19B-432D-357A14D2D2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Ingrijpen</a:t>
            </a:r>
            <a:r>
              <a:rPr lang="en-US" dirty="0"/>
              <a:t>, </a:t>
            </a:r>
            <a:r>
              <a:rPr lang="en-US" dirty="0" err="1"/>
              <a:t>bijsturen</a:t>
            </a:r>
            <a:r>
              <a:rPr lang="en-US" dirty="0"/>
              <a:t>, </a:t>
            </a:r>
            <a:r>
              <a:rPr lang="en-US" dirty="0" err="1"/>
              <a:t>noodrem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6F896D-C5A5-BD30-F81B-265D88DF53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2" descr="When AI Wants to Spend Money but is Trapped in a Human Cage: I Understand  What Kite AI is Solving | 小楼 on Binance Square">
            <a:extLst>
              <a:ext uri="{FF2B5EF4-FFF2-40B4-BE49-F238E27FC236}">
                <a16:creationId xmlns:a16="http://schemas.microsoft.com/office/drawing/2014/main" id="{84B56621-CC35-F102-775F-A3BB36C28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925" y="141291"/>
            <a:ext cx="4294749" cy="2863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1564E5-3FEE-B993-4FD9-B9B4575A0F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544"/>
          <a:stretch>
            <a:fillRect/>
          </a:stretch>
        </p:blipFill>
        <p:spPr>
          <a:xfrm>
            <a:off x="5955256" y="3112880"/>
            <a:ext cx="2920520" cy="34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7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CDDB-49DE-8B8C-9E80-1BCD244D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0987D0-9A91-ADC4-2F7E-1FEA4D3268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B182BC-8259-C23E-FBD3-555C9F68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Temmen van de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DE981-BCCD-E664-449D-D1D9D3D2D3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860" y="1089026"/>
            <a:ext cx="9365420" cy="4157888"/>
          </a:xfrm>
        </p:spPr>
        <p:txBody>
          <a:bodyPr/>
          <a:lstStyle/>
          <a:p>
            <a:r>
              <a:rPr lang="nl-NL" dirty="0"/>
              <a:t>heel strikt gedefinieerde set aan handelingsruimte geven: </a:t>
            </a:r>
            <a:br>
              <a:rPr lang="nl-NL" dirty="0"/>
            </a:br>
            <a:r>
              <a:rPr lang="nl-NL" dirty="0"/>
              <a:t>wat een agent domweg niet kan, kan hij ook niet doen.</a:t>
            </a:r>
          </a:p>
          <a:p>
            <a:r>
              <a:rPr lang="nl-NL" dirty="0"/>
              <a:t>een agent heeft een "</a:t>
            </a:r>
            <a:r>
              <a:rPr lang="nl-NL" dirty="0" err="1"/>
              <a:t>identity</a:t>
            </a:r>
            <a:r>
              <a:rPr lang="nl-NL" dirty="0"/>
              <a:t>" en autorisaties die worden </a:t>
            </a:r>
            <a:br>
              <a:rPr lang="nl-NL" dirty="0"/>
            </a:br>
            <a:r>
              <a:rPr lang="nl-NL" dirty="0"/>
              <a:t>afgedwongen - bijvoorbeeld bij raadplegen van documenten, </a:t>
            </a:r>
            <a:br>
              <a:rPr lang="nl-NL" dirty="0"/>
            </a:br>
            <a:r>
              <a:rPr lang="nl-NL" dirty="0"/>
              <a:t>versturen van </a:t>
            </a:r>
            <a:r>
              <a:rPr lang="nl-NL" dirty="0" err="1"/>
              <a:t>emails</a:t>
            </a:r>
            <a:r>
              <a:rPr lang="nl-NL" dirty="0"/>
              <a:t> en uitvoeren van transacties </a:t>
            </a:r>
            <a:br>
              <a:rPr lang="nl-NL" dirty="0"/>
            </a:br>
            <a:r>
              <a:rPr lang="nl-NL" dirty="0"/>
              <a:t>(data-manipulatie, API aanroep)</a:t>
            </a:r>
          </a:p>
          <a:p>
            <a:pPr lvl="1"/>
            <a:r>
              <a:rPr lang="nl-NL" dirty="0" err="1"/>
              <a:t>least</a:t>
            </a:r>
            <a:r>
              <a:rPr lang="nl-NL" dirty="0"/>
              <a:t> privilege: de agent mag zo min mogelijk </a:t>
            </a:r>
          </a:p>
          <a:p>
            <a:pPr lvl="1"/>
            <a:r>
              <a:rPr lang="nl-NL" dirty="0" err="1"/>
              <a:t>shortest</a:t>
            </a:r>
            <a:r>
              <a:rPr lang="nl-NL" dirty="0"/>
              <a:t> privilege: de agent mag iets zo kort mogelijk </a:t>
            </a:r>
            <a:br>
              <a:rPr lang="nl-NL" dirty="0"/>
            </a:br>
            <a:r>
              <a:rPr lang="nl-NL" dirty="0"/>
              <a:t>(belangrijke privileges worden per keer verstrikt)</a:t>
            </a:r>
          </a:p>
          <a:p>
            <a:pPr lvl="1"/>
            <a:r>
              <a:rPr lang="nl-NL" dirty="0"/>
              <a:t>privileges worden gekoppeld aan taken / </a:t>
            </a:r>
            <a:r>
              <a:rPr lang="nl-NL" dirty="0" err="1"/>
              <a:t>workflows</a:t>
            </a:r>
            <a:r>
              <a:rPr lang="nl-NL" dirty="0"/>
              <a:t> (context-afhankelijk)</a:t>
            </a:r>
          </a:p>
          <a:p>
            <a:r>
              <a:rPr lang="nl-NL" dirty="0"/>
              <a:t>agent mag niet code creëren en uitvoeren. Of (maar al een stuk spannender): alleen met strikte controles op de code en alleen in een speciale </a:t>
            </a:r>
            <a:r>
              <a:rPr lang="nl-NL" dirty="0" err="1"/>
              <a:t>runtime</a:t>
            </a:r>
            <a:r>
              <a:rPr lang="nl-NL" dirty="0"/>
              <a:t> omgeving mag een agent code uitvoeren </a:t>
            </a:r>
          </a:p>
          <a:p>
            <a:r>
              <a:rPr lang="nl-NL" dirty="0"/>
              <a:t>agent heeft een beperkte set van acties (tools en skills) die in de "echte wereld" dingen kunnen doen</a:t>
            </a:r>
          </a:p>
          <a:p>
            <a:r>
              <a:rPr lang="nl-NL" dirty="0"/>
              <a:t>als niet-bedoelde acties worden geconstateerd dan wordt de agent direct in quarantaine geplaatst en kan deze geen acties meer uitvoeren</a:t>
            </a:r>
          </a:p>
          <a:p>
            <a:endParaRPr lang="nl-NL" dirty="0"/>
          </a:p>
          <a:p>
            <a:r>
              <a:rPr lang="nl-NL" dirty="0"/>
              <a:t>Bij voorkeur wordt zoveel mogelijk functionaliteit hard, deterministisch gecodeerd; agent bepaalt vooral wanneer welke actie met welke input wordt geïnitieerd</a:t>
            </a:r>
            <a:br>
              <a:rPr lang="nl-NL" dirty="0"/>
            </a:br>
            <a:br>
              <a:rPr lang="nl-NL" dirty="0"/>
            </a:b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5F6C3-D53B-17D9-C9D1-8992083589CF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1B06BE-DB8D-B340-D391-F0A91A7F90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Inbedden</a:t>
            </a:r>
            <a:r>
              <a:rPr lang="en-US" dirty="0"/>
              <a:t>, </a:t>
            </a:r>
            <a:r>
              <a:rPr lang="en-US" dirty="0" err="1"/>
              <a:t>begrenzen</a:t>
            </a:r>
            <a:r>
              <a:rPr lang="en-US" dirty="0"/>
              <a:t>, </a:t>
            </a:r>
            <a:r>
              <a:rPr lang="en-US" dirty="0" err="1"/>
              <a:t>keurslijf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3C72B5-459E-20C5-45F8-E5F78FD551F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2" descr="When AI Wants to Spend Money but is Trapped in a Human Cage: I Understand  What Kite AI is Solving | 小楼 on Binance Square">
            <a:extLst>
              <a:ext uri="{FF2B5EF4-FFF2-40B4-BE49-F238E27FC236}">
                <a16:creationId xmlns:a16="http://schemas.microsoft.com/office/drawing/2014/main" id="{DEE8A441-351C-2032-DE07-64BB4D996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925" y="141291"/>
            <a:ext cx="4294749" cy="2863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A29F72F-0E4C-CBA1-26E2-A76D01AC188F}"/>
              </a:ext>
            </a:extLst>
          </p:cNvPr>
          <p:cNvSpPr txBox="1">
            <a:spLocks/>
          </p:cNvSpPr>
          <p:nvPr/>
        </p:nvSpPr>
        <p:spPr>
          <a:xfrm>
            <a:off x="875860" y="5519235"/>
            <a:ext cx="9365420" cy="4157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3603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1600" b="0" kern="1200" cap="none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+mj-lt"/>
              <a:buNone/>
              <a:defRPr sz="20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Tx/>
              <a:buNone/>
              <a:defRPr sz="1600" b="0" i="0" kern="1200">
                <a:solidFill>
                  <a:schemeClr val="tx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  <a:cs typeface="+mn-cs"/>
              </a:defRPr>
            </a:lvl7pPr>
            <a:lvl8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lphaU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288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rabicPeriod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Bij voorkeur wordt zoveel mogelijk functionaliteit hard, deterministisch gecodeerd; agent bepaalt vooral wanneer welke actie met welke input wordt geïnitieerd</a:t>
            </a:r>
            <a:br>
              <a:rPr lang="nl-NL" dirty="0"/>
            </a:br>
            <a:br>
              <a:rPr lang="nl-NL" dirty="0"/>
            </a:br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E9AE30-FBD0-1AAB-1664-0F34304B7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640" y="5801327"/>
            <a:ext cx="82296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3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7D2014-B738-229C-B841-B377D526F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76" y="1611497"/>
            <a:ext cx="7667624" cy="511174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70F299-EC0C-07FA-96EF-6F1C091E68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75EFD-9C03-4B55-8159-580E6196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Autonomie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nodig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D3575-24BE-CB1A-F3C9-95863FB070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DDFCC-EFAB-446E-B4D4-0FC0E2E70F0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CDD6B5-950D-0C7A-A42D-5798B8193B4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Deterministische</a:t>
            </a:r>
            <a:r>
              <a:rPr lang="en-US" dirty="0"/>
              <a:t> </a:t>
            </a:r>
            <a:r>
              <a:rPr lang="en-US" dirty="0" err="1"/>
              <a:t>automatisering</a:t>
            </a:r>
            <a:r>
              <a:rPr lang="en-US" dirty="0"/>
              <a:t> ‘to the max’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8EAC8A-57AF-9885-1CE9-7AA7502B1F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88F85C3-4D48-0216-A0DD-77631696886C}"/>
              </a:ext>
            </a:extLst>
          </p:cNvPr>
          <p:cNvSpPr txBox="1">
            <a:spLocks/>
          </p:cNvSpPr>
          <p:nvPr/>
        </p:nvSpPr>
        <p:spPr>
          <a:xfrm>
            <a:off x="874712" y="1088614"/>
            <a:ext cx="9365420" cy="4157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360363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  <a:defRPr lang="nl-NL" sz="1600" b="0" kern="1200" cap="none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+mj-lt"/>
              <a:buNone/>
              <a:defRPr sz="20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Tx/>
              <a:buNone/>
              <a:defRPr sz="1600" b="0" i="0" kern="1200">
                <a:solidFill>
                  <a:schemeClr val="tx1"/>
                </a:solidFill>
                <a:latin typeface="Source Serif 4 48pt" panose="02040503040405020204" pitchFamily="18" charset="0"/>
                <a:ea typeface="Source Serif 4 48pt" panose="02040503040405020204" pitchFamily="18" charset="0"/>
                <a:cs typeface="+mn-cs"/>
              </a:defRPr>
            </a:lvl7pPr>
            <a:lvl8pPr marL="271463" indent="-271463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lphaU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288" indent="-268288" algn="l" defTabSz="91437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+mj-lt"/>
              <a:buAutoNum type="arabicPeriod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Bij voorkeur wordt zoveel mogelijk functionaliteit hard, deterministisch gecodeerd; agent bepaalt vooral wanneer welke actie met welke input wordt geïnitieerd</a:t>
            </a:r>
          </a:p>
        </p:txBody>
      </p:sp>
    </p:spTree>
    <p:extLst>
      <p:ext uri="{BB962C8B-B14F-4D97-AF65-F5344CB8AC3E}">
        <p14:creationId xmlns:p14="http://schemas.microsoft.com/office/powerpoint/2010/main" val="219869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ow Artificial Intelligence May Be Rewiring Our Brains | Magazine |  Davidson Institute of Science Education">
            <a:extLst>
              <a:ext uri="{FF2B5EF4-FFF2-40B4-BE49-F238E27FC236}">
                <a16:creationId xmlns:a16="http://schemas.microsoft.com/office/drawing/2014/main" id="{DB7256ED-283D-9D20-D76D-2F02AB80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66" r="20897" b="1"/>
          <a:stretch>
            <a:fillRect/>
          </a:stretch>
        </p:blipFill>
        <p:spPr>
          <a:xfrm>
            <a:off x="-4112" y="-473871"/>
            <a:ext cx="12193200" cy="7331871"/>
          </a:xfrm>
          <a:custGeom>
            <a:avLst/>
            <a:gdLst>
              <a:gd name="connsiteX0" fmla="*/ 11393944 w 12193200"/>
              <a:gd name="connsiteY0" fmla="*/ 0 h 7331871"/>
              <a:gd name="connsiteX1" fmla="*/ 12033170 w 12193200"/>
              <a:gd name="connsiteY1" fmla="*/ 0 h 7331871"/>
              <a:gd name="connsiteX2" fmla="*/ 12192982 w 12193200"/>
              <a:gd name="connsiteY2" fmla="*/ 159812 h 7331871"/>
              <a:gd name="connsiteX3" fmla="*/ 12192982 w 12193200"/>
              <a:gd name="connsiteY3" fmla="*/ 473871 h 7331871"/>
              <a:gd name="connsiteX4" fmla="*/ 12193200 w 12193200"/>
              <a:gd name="connsiteY4" fmla="*/ 473871 h 7331871"/>
              <a:gd name="connsiteX5" fmla="*/ 12193200 w 12193200"/>
              <a:gd name="connsiteY5" fmla="*/ 4250153 h 7331871"/>
              <a:gd name="connsiteX6" fmla="*/ 12193200 w 12193200"/>
              <a:gd name="connsiteY6" fmla="*/ 7096159 h 7331871"/>
              <a:gd name="connsiteX7" fmla="*/ 12193200 w 12193200"/>
              <a:gd name="connsiteY7" fmla="*/ 7331871 h 7331871"/>
              <a:gd name="connsiteX8" fmla="*/ 0 w 12193200"/>
              <a:gd name="connsiteY8" fmla="*/ 7331871 h 7331871"/>
              <a:gd name="connsiteX9" fmla="*/ 0 w 12193200"/>
              <a:gd name="connsiteY9" fmla="*/ 4250153 h 7331871"/>
              <a:gd name="connsiteX10" fmla="*/ 4112 w 12193200"/>
              <a:gd name="connsiteY10" fmla="*/ 4250153 h 7331871"/>
              <a:gd name="connsiteX11" fmla="*/ 4112 w 12193200"/>
              <a:gd name="connsiteY11" fmla="*/ 473871 h 7331871"/>
              <a:gd name="connsiteX12" fmla="*/ 5502252 w 12193200"/>
              <a:gd name="connsiteY12" fmla="*/ 473871 h 7331871"/>
              <a:gd name="connsiteX13" fmla="*/ 7368656 w 12193200"/>
              <a:gd name="connsiteY13" fmla="*/ 473871 h 7331871"/>
              <a:gd name="connsiteX14" fmla="*/ 11234132 w 12193200"/>
              <a:gd name="connsiteY14" fmla="*/ 473871 h 7331871"/>
              <a:gd name="connsiteX15" fmla="*/ 11234132 w 12193200"/>
              <a:gd name="connsiteY15" fmla="*/ 159812 h 7331871"/>
              <a:gd name="connsiteX16" fmla="*/ 11393944 w 12193200"/>
              <a:gd name="connsiteY16" fmla="*/ 0 h 73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7331871">
                <a:moveTo>
                  <a:pt x="11393944" y="0"/>
                </a:moveTo>
                <a:lnTo>
                  <a:pt x="12033170" y="0"/>
                </a:lnTo>
                <a:cubicBezTo>
                  <a:pt x="12121432" y="0"/>
                  <a:pt x="12192982" y="71550"/>
                  <a:pt x="12192982" y="159812"/>
                </a:cubicBezTo>
                <a:lnTo>
                  <a:pt x="12192982" y="473871"/>
                </a:lnTo>
                <a:lnTo>
                  <a:pt x="12193200" y="473871"/>
                </a:lnTo>
                <a:lnTo>
                  <a:pt x="12193200" y="4250153"/>
                </a:lnTo>
                <a:lnTo>
                  <a:pt x="12193200" y="7096159"/>
                </a:lnTo>
                <a:lnTo>
                  <a:pt x="12193200" y="7331871"/>
                </a:lnTo>
                <a:lnTo>
                  <a:pt x="0" y="7331871"/>
                </a:lnTo>
                <a:lnTo>
                  <a:pt x="0" y="4250153"/>
                </a:lnTo>
                <a:lnTo>
                  <a:pt x="4112" y="4250153"/>
                </a:lnTo>
                <a:lnTo>
                  <a:pt x="4112" y="473871"/>
                </a:lnTo>
                <a:lnTo>
                  <a:pt x="5502252" y="473871"/>
                </a:lnTo>
                <a:lnTo>
                  <a:pt x="7368656" y="473871"/>
                </a:lnTo>
                <a:lnTo>
                  <a:pt x="11234132" y="473871"/>
                </a:lnTo>
                <a:lnTo>
                  <a:pt x="11234132" y="159812"/>
                </a:lnTo>
                <a:cubicBezTo>
                  <a:pt x="11234132" y="71550"/>
                  <a:pt x="11305682" y="0"/>
                  <a:pt x="11393944" y="0"/>
                </a:cubicBezTo>
                <a:close/>
              </a:path>
            </a:pathLst>
          </a:custGeom>
          <a:noFill/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2C8D3B8-E1B6-5E09-8488-56D7DC4CA439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0" y="0"/>
            <a:ext cx="12189088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31C1C70-29FE-6E02-58B7-24E8544A7F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6622288"/>
            <a:ext cx="12192000" cy="23571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61894-A0B2-81C0-ACDB-C479DAFB4FB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679675" y="6672000"/>
            <a:ext cx="192000" cy="144000"/>
          </a:xfrm>
        </p:spPr>
        <p:txBody>
          <a:bodyPr anchor="t">
            <a:normAutofit/>
          </a:bodyPr>
          <a:lstStyle/>
          <a:p>
            <a:pPr marL="0" marR="0" lvl="0" indent="0" defTabSz="914377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L="0" marR="0" lvl="0" indent="0" defTabSz="914377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nl-NL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C9894-79C4-A9C6-ED5D-BCFED118DB7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75860" y="3374843"/>
            <a:ext cx="4602163" cy="239378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600" dirty="0"/>
              <a:t>Wat je </a:t>
            </a:r>
            <a:r>
              <a:rPr lang="en-US" sz="1600" dirty="0" err="1"/>
              <a:t>uitbesteedt</a:t>
            </a:r>
            <a:r>
              <a:rPr lang="en-US" sz="1600" dirty="0"/>
              <a:t> </a:t>
            </a:r>
            <a:r>
              <a:rPr lang="en-US" sz="1600" dirty="0" err="1"/>
              <a:t>aan</a:t>
            </a:r>
            <a:r>
              <a:rPr lang="en-US" sz="1600" dirty="0"/>
              <a:t> </a:t>
            </a:r>
            <a:r>
              <a:rPr lang="en-US" sz="1600" dirty="0" err="1"/>
              <a:t>derden</a:t>
            </a:r>
            <a:r>
              <a:rPr lang="en-US" sz="1600" dirty="0"/>
              <a:t> </a:t>
            </a:r>
            <a:r>
              <a:rPr lang="en-US" sz="1600" dirty="0" err="1"/>
              <a:t>dreig</a:t>
            </a:r>
            <a:r>
              <a:rPr lang="en-US" sz="1600" dirty="0"/>
              <a:t> je </a:t>
            </a:r>
            <a:r>
              <a:rPr lang="en-US" sz="1600" dirty="0" err="1"/>
              <a:t>zelf</a:t>
            </a:r>
            <a:r>
              <a:rPr lang="en-US" sz="1600" dirty="0"/>
              <a:t> te </a:t>
            </a:r>
            <a:r>
              <a:rPr lang="en-US" sz="1600" dirty="0" err="1"/>
              <a:t>verleren</a:t>
            </a:r>
            <a:endParaRPr lang="en-US" sz="1600" dirty="0"/>
          </a:p>
          <a:p>
            <a:r>
              <a:rPr lang="en-US" sz="1600" dirty="0"/>
              <a:t>Wat AI Agents </a:t>
            </a:r>
            <a:r>
              <a:rPr lang="en-US" sz="1600" dirty="0" err="1"/>
              <a:t>overnemen</a:t>
            </a:r>
            <a:r>
              <a:rPr lang="en-US" sz="1600" dirty="0"/>
              <a:t> van je eigen </a:t>
            </a:r>
            <a:r>
              <a:rPr lang="en-US" sz="1600" dirty="0" err="1"/>
              <a:t>medewerkers</a:t>
            </a:r>
            <a:r>
              <a:rPr lang="en-US" sz="1600" dirty="0"/>
              <a:t> - </a:t>
            </a:r>
            <a:r>
              <a:rPr lang="en-US" sz="1600" dirty="0" err="1"/>
              <a:t>kunnen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durven</a:t>
            </a:r>
            <a:r>
              <a:rPr lang="en-US" sz="1600" dirty="0"/>
              <a:t> </a:t>
            </a:r>
            <a:r>
              <a:rPr lang="en-US" sz="1600" dirty="0" err="1"/>
              <a:t>jullie</a:t>
            </a:r>
            <a:r>
              <a:rPr lang="en-US" sz="1600" dirty="0"/>
              <a:t> </a:t>
            </a:r>
            <a:r>
              <a:rPr lang="en-US" sz="1600" dirty="0" err="1"/>
              <a:t>zelf</a:t>
            </a:r>
            <a:r>
              <a:rPr lang="en-US" sz="1600" dirty="0"/>
              <a:t> steeds minder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Muscle- &amp; Brain-memory </a:t>
            </a:r>
            <a:r>
              <a:rPr lang="en-US" dirty="0" err="1">
                <a:solidFill>
                  <a:schemeClr val="bg1"/>
                </a:solidFill>
              </a:rPr>
              <a:t>slijt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/>
              <a:t>Wat </a:t>
            </a:r>
            <a:r>
              <a:rPr lang="en-US" sz="1600" dirty="0" err="1"/>
              <a:t>heb</a:t>
            </a:r>
            <a:r>
              <a:rPr lang="en-US" sz="1600" dirty="0"/>
              <a:t> je </a:t>
            </a:r>
            <a:r>
              <a:rPr lang="en-US" sz="1600" dirty="0" err="1"/>
              <a:t>minimaal</a:t>
            </a:r>
            <a:r>
              <a:rPr lang="en-US" sz="1600" dirty="0"/>
              <a:t> </a:t>
            </a:r>
            <a:r>
              <a:rPr lang="en-US" sz="1600" dirty="0" err="1"/>
              <a:t>nodig</a:t>
            </a:r>
            <a:r>
              <a:rPr lang="en-US" sz="1600" dirty="0"/>
              <a:t> om te </a:t>
            </a:r>
            <a:r>
              <a:rPr lang="en-US" sz="1600" dirty="0" err="1"/>
              <a:t>instrueren</a:t>
            </a:r>
            <a:r>
              <a:rPr lang="en-US" sz="1600" dirty="0"/>
              <a:t>, </a:t>
            </a:r>
            <a:r>
              <a:rPr lang="en-US" sz="1600" dirty="0" err="1"/>
              <a:t>toezicht</a:t>
            </a:r>
            <a:r>
              <a:rPr lang="en-US" sz="1600" dirty="0"/>
              <a:t> te </a:t>
            </a:r>
            <a:r>
              <a:rPr lang="en-US" sz="1600" dirty="0" err="1"/>
              <a:t>houden</a:t>
            </a:r>
            <a:r>
              <a:rPr lang="en-US" sz="1600" dirty="0"/>
              <a:t>, </a:t>
            </a:r>
            <a:r>
              <a:rPr lang="en-US" sz="1600" dirty="0" err="1"/>
              <a:t>bij</a:t>
            </a:r>
            <a:r>
              <a:rPr lang="en-US" sz="1600" dirty="0"/>
              <a:t> te </a:t>
            </a:r>
            <a:r>
              <a:rPr lang="en-US" sz="1600" dirty="0" err="1"/>
              <a:t>sturen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eventueel</a:t>
            </a:r>
            <a:r>
              <a:rPr lang="en-US" sz="1600" dirty="0"/>
              <a:t> te </a:t>
            </a:r>
            <a:r>
              <a:rPr lang="en-US" sz="1600" dirty="0" err="1"/>
              <a:t>vervangen</a:t>
            </a:r>
            <a:r>
              <a:rPr lang="en-US" sz="1600" dirty="0"/>
              <a:t>?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9A8A013-4174-8568-B74D-D127026D9D7B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-1" y="1089025"/>
            <a:ext cx="119760" cy="467960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91A2-C5B6-1E92-D539-33EFFE55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60" y="565770"/>
            <a:ext cx="8855778" cy="277187"/>
          </a:xfrm>
        </p:spPr>
        <p:txBody>
          <a:bodyPr anchor="t">
            <a:noAutofit/>
          </a:bodyPr>
          <a:lstStyle/>
          <a:p>
            <a:r>
              <a:rPr lang="en-US" dirty="0"/>
              <a:t>AI agents: </a:t>
            </a:r>
            <a:r>
              <a:rPr lang="en-US" dirty="0" err="1"/>
              <a:t>organisatorische</a:t>
            </a:r>
            <a:r>
              <a:rPr lang="en-US" dirty="0"/>
              <a:t> Skill </a:t>
            </a:r>
            <a:r>
              <a:rPr lang="en-US" dirty="0" err="1"/>
              <a:t>atrofie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A1773D-9D23-FEB5-8A73-361E5EB579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6304" y="333375"/>
            <a:ext cx="8855265" cy="188962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600" dirty="0"/>
              <a:t>Use it or lose it – de </a:t>
            </a:r>
            <a:r>
              <a:rPr lang="en-US" sz="1600" dirty="0" err="1"/>
              <a:t>autonomie</a:t>
            </a:r>
            <a:r>
              <a:rPr lang="en-US" sz="1600" dirty="0"/>
              <a:t> van de </a:t>
            </a:r>
            <a:r>
              <a:rPr lang="en-US" sz="1600" dirty="0" err="1"/>
              <a:t>organisatie</a:t>
            </a:r>
            <a:endParaRPr lang="en-US" sz="1600" dirty="0"/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7D4E73E9-D869-0FCB-34EB-F26A34FB5F06}"/>
              </a:ext>
            </a:extLst>
          </p:cNvPr>
          <p:cNvSpPr>
            <a:spLocks noGrp="1" noChangeAspect="1"/>
          </p:cNvSpPr>
          <p:nvPr>
            <p:ph type="pic" idx="91"/>
          </p:nvPr>
        </p:nvSpPr>
        <p:spPr>
          <a:xfrm>
            <a:off x="9734550" y="333375"/>
            <a:ext cx="1581145" cy="50958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2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699FAC-D2EC-6C4D-AB57-4A84C09427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D942E-321E-0F8B-6D02-3D57348E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Autonomie</a:t>
            </a:r>
            <a:r>
              <a:rPr lang="en-US" dirty="0"/>
              <a:t> van </a:t>
            </a:r>
            <a:r>
              <a:rPr lang="en-US" dirty="0" err="1"/>
              <a:t>organisatie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C1121-F884-0EEF-FFD2-33C69F253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Maak je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afhankelijk</a:t>
            </a:r>
            <a:r>
              <a:rPr lang="en-US" dirty="0"/>
              <a:t> van </a:t>
            </a:r>
            <a:r>
              <a:rPr lang="en-US" dirty="0" err="1"/>
              <a:t>één</a:t>
            </a:r>
            <a:r>
              <a:rPr lang="en-US" dirty="0"/>
              <a:t> LLM </a:t>
            </a:r>
            <a:r>
              <a:rPr lang="en-US" dirty="0" err="1"/>
              <a:t>leverancier</a:t>
            </a:r>
            <a:endParaRPr lang="en-US" dirty="0"/>
          </a:p>
          <a:p>
            <a:pPr lvl="1"/>
            <a:r>
              <a:rPr lang="en-US" dirty="0"/>
              <a:t>Kosten, </a:t>
            </a:r>
            <a:r>
              <a:rPr lang="en-US" dirty="0" err="1"/>
              <a:t>continuïteit</a:t>
            </a:r>
            <a:endParaRPr lang="en-US" dirty="0"/>
          </a:p>
          <a:p>
            <a:r>
              <a:rPr lang="en-US" dirty="0"/>
              <a:t>Maak je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afhankelijk</a:t>
            </a:r>
            <a:r>
              <a:rPr lang="en-US" dirty="0"/>
              <a:t> van 3</a:t>
            </a:r>
            <a:r>
              <a:rPr lang="en-US" baseline="30000" dirty="0"/>
              <a:t>rd</a:t>
            </a:r>
            <a:r>
              <a:rPr lang="en-US" dirty="0"/>
              <a:t> party LLM </a:t>
            </a:r>
            <a:r>
              <a:rPr lang="en-US" dirty="0" err="1"/>
              <a:t>leveranciers</a:t>
            </a:r>
            <a:endParaRPr lang="en-US" dirty="0"/>
          </a:p>
          <a:p>
            <a:pPr lvl="1"/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self-hosted, open weights LLM</a:t>
            </a:r>
          </a:p>
          <a:p>
            <a:r>
              <a:rPr lang="en-US" dirty="0"/>
              <a:t>Maak je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afhankelijk</a:t>
            </a:r>
            <a:r>
              <a:rPr lang="en-US" dirty="0"/>
              <a:t> van LLM &amp; AI Agents</a:t>
            </a:r>
          </a:p>
          <a:p>
            <a:pPr lvl="1"/>
            <a:r>
              <a:rPr lang="en-US" dirty="0"/>
              <a:t>Kan het (</a:t>
            </a:r>
            <a:r>
              <a:rPr lang="en-US" dirty="0" err="1"/>
              <a:t>ook</a:t>
            </a:r>
            <a:r>
              <a:rPr lang="en-US" dirty="0"/>
              <a:t>) </a:t>
            </a:r>
            <a:r>
              <a:rPr lang="en-US" dirty="0" err="1"/>
              <a:t>zelf</a:t>
            </a:r>
            <a:r>
              <a:rPr lang="en-US" dirty="0"/>
              <a:t>?!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4ED76-0693-D762-0A1B-B0C6F6048E3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FF768C-2042-19C7-765C-2C6225D812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err="1"/>
              <a:t>Autonomie</a:t>
            </a:r>
            <a:r>
              <a:rPr lang="en-US" dirty="0"/>
              <a:t>  </a:t>
            </a:r>
            <a:r>
              <a:rPr lang="en-US" dirty="0" err="1"/>
              <a:t>betekent</a:t>
            </a:r>
            <a:r>
              <a:rPr lang="en-US" dirty="0"/>
              <a:t> </a:t>
            </a:r>
            <a:r>
              <a:rPr lang="en-US" dirty="0" err="1"/>
              <a:t>controle</a:t>
            </a:r>
            <a:r>
              <a:rPr lang="en-US" dirty="0"/>
              <a:t> over je </a:t>
            </a:r>
            <a:r>
              <a:rPr lang="en-US" dirty="0" err="1"/>
              <a:t>afhankelijkheden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EC576C-58CA-3725-4727-A16AA8DD2A7B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14D059-D471-18E8-C9D2-6EC6A089E294}"/>
              </a:ext>
            </a:extLst>
          </p:cNvPr>
          <p:cNvGrpSpPr/>
          <p:nvPr/>
        </p:nvGrpSpPr>
        <p:grpSpPr>
          <a:xfrm>
            <a:off x="5144756" y="2787378"/>
            <a:ext cx="6314038" cy="3504852"/>
            <a:chOff x="5612203" y="3203809"/>
            <a:chExt cx="5303980" cy="29136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A1C8C5-E030-59E0-8D75-0C5C09900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2203" y="3534019"/>
              <a:ext cx="5303980" cy="25834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260DE3-28E6-A98A-9C83-A181EB9DE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BFAF6"/>
                </a:clrFrom>
                <a:clrTo>
                  <a:srgbClr val="FBFAF6">
                    <a:alpha val="0"/>
                  </a:srgbClr>
                </a:clrTo>
              </a:clrChange>
            </a:blip>
            <a:srcRect l="40560" t="27726" r="41537" b="45941"/>
            <a:stretch>
              <a:fillRect/>
            </a:stretch>
          </p:blipFill>
          <p:spPr>
            <a:xfrm>
              <a:off x="6096000" y="3203809"/>
              <a:ext cx="769591" cy="76780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841F255-E1E4-6B2B-C7F1-0F04B9237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367585">
              <a:off x="6915124" y="3956679"/>
              <a:ext cx="495343" cy="312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902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219CD1-B3C4-645A-DF6F-7B07328050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642B8F-34DA-477E-B26B-49AE5C1A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082" y="290206"/>
            <a:ext cx="7681661" cy="271255"/>
          </a:xfrm>
        </p:spPr>
        <p:txBody>
          <a:bodyPr/>
          <a:lstStyle/>
          <a:p>
            <a:r>
              <a:rPr lang="nl-NL" dirty="0"/>
              <a:t>Fundament voor autonome (</a:t>
            </a:r>
            <a:r>
              <a:rPr lang="nl-NL" dirty="0" err="1"/>
              <a:t>agentic</a:t>
            </a:r>
            <a:r>
              <a:rPr lang="nl-NL" dirty="0"/>
              <a:t>) systemen</a:t>
            </a:r>
            <a:br>
              <a:rPr lang="nl-NL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8B4A0-8A65-FF65-9F11-D1DC0DFE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Autonomie</a:t>
            </a:r>
            <a:r>
              <a:rPr lang="en-US" dirty="0"/>
              <a:t> - </a:t>
            </a:r>
            <a:r>
              <a:rPr lang="en-US" dirty="0" err="1"/>
              <a:t>binnen</a:t>
            </a:r>
            <a:r>
              <a:rPr lang="en-US" dirty="0"/>
              <a:t> </a:t>
            </a:r>
            <a:r>
              <a:rPr lang="en-US" dirty="0" err="1"/>
              <a:t>grenzen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Iedere</a:t>
            </a:r>
            <a:r>
              <a:rPr lang="en-US" dirty="0"/>
              <a:t> agent </a:t>
            </a:r>
            <a:r>
              <a:rPr lang="en-US" dirty="0" err="1"/>
              <a:t>rapporteert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/ </a:t>
            </a:r>
            <a:r>
              <a:rPr lang="en-US" dirty="0" err="1"/>
              <a:t>valt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mens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Verantwoordelijkheid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nemen</a:t>
            </a:r>
            <a:r>
              <a:rPr lang="en-US" dirty="0"/>
              <a:t> op </a:t>
            </a:r>
            <a:r>
              <a:rPr lang="en-US" dirty="0" err="1"/>
              <a:t>voorwaarde</a:t>
            </a:r>
            <a:r>
              <a:rPr lang="en-US" dirty="0"/>
              <a:t> van:</a:t>
            </a:r>
          </a:p>
          <a:p>
            <a:pPr lvl="1"/>
            <a:r>
              <a:rPr lang="en-US" dirty="0" err="1"/>
              <a:t>Beperken</a:t>
            </a:r>
            <a:r>
              <a:rPr lang="en-US" dirty="0"/>
              <a:t>, Testen, </a:t>
            </a:r>
            <a:r>
              <a:rPr lang="en-US" dirty="0" err="1"/>
              <a:t>Observeren</a:t>
            </a:r>
            <a:r>
              <a:rPr lang="en-US" dirty="0"/>
              <a:t>, (</a:t>
            </a:r>
            <a:r>
              <a:rPr lang="en-US" dirty="0" err="1"/>
              <a:t>kunnen</a:t>
            </a:r>
            <a:r>
              <a:rPr lang="en-US" dirty="0"/>
              <a:t>) </a:t>
            </a:r>
            <a:r>
              <a:rPr lang="en-US" dirty="0" err="1"/>
              <a:t>Ingrijpen</a:t>
            </a:r>
            <a:br>
              <a:rPr lang="en-US" dirty="0"/>
            </a:br>
            <a:endParaRPr lang="en-US" dirty="0"/>
          </a:p>
          <a:p>
            <a:r>
              <a:rPr lang="en-US" dirty="0"/>
              <a:t>Zo min </a:t>
            </a:r>
            <a:r>
              <a:rPr lang="en-US" dirty="0" err="1"/>
              <a:t>mogelijk</a:t>
            </a:r>
            <a:r>
              <a:rPr lang="en-US" dirty="0"/>
              <a:t> door LLM/Agent: </a:t>
            </a:r>
            <a:r>
              <a:rPr lang="en-US" dirty="0" err="1"/>
              <a:t>dirigent</a:t>
            </a:r>
            <a:r>
              <a:rPr lang="en-US" dirty="0"/>
              <a:t> –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muzikant</a:t>
            </a:r>
            <a:br>
              <a:rPr lang="en-US" dirty="0"/>
            </a:br>
            <a:r>
              <a:rPr lang="en-US" dirty="0" err="1"/>
              <a:t>leve</a:t>
            </a:r>
            <a:r>
              <a:rPr lang="en-US" dirty="0"/>
              <a:t> </a:t>
            </a:r>
            <a:r>
              <a:rPr lang="en-US" dirty="0" err="1"/>
              <a:t>deterministische</a:t>
            </a:r>
            <a:r>
              <a:rPr lang="en-US" dirty="0"/>
              <a:t> </a:t>
            </a:r>
            <a:r>
              <a:rPr lang="en-US" dirty="0" err="1"/>
              <a:t>automatisering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“het </a:t>
            </a:r>
            <a:r>
              <a:rPr lang="en-US" dirty="0" err="1"/>
              <a:t>harnas</a:t>
            </a:r>
            <a:r>
              <a:rPr lang="en-US" dirty="0"/>
              <a:t>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Pas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neveneffecten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ondermijning</a:t>
            </a:r>
            <a:r>
              <a:rPr lang="en-US" dirty="0"/>
              <a:t> van </a:t>
            </a:r>
            <a:r>
              <a:rPr lang="en-US" dirty="0" err="1"/>
              <a:t>autonomie</a:t>
            </a: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5C358-DBE7-47F4-2AF3-2D2340B6A38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6DE824-249D-3612-9476-5DEB376B2E0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0632A6-54E3-7DA3-7229-2D67C21FC6AE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Liechtenstein - Wikipedia">
            <a:extLst>
              <a:ext uri="{FF2B5EF4-FFF2-40B4-BE49-F238E27FC236}">
                <a16:creationId xmlns:a16="http://schemas.microsoft.com/office/drawing/2014/main" id="{C1FD23AE-15E5-90AE-F3FB-4B2EFE537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718" y="842957"/>
            <a:ext cx="1059839" cy="638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875954-CB58-1482-2977-E82E732C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6091"/>
            <a:ext cx="847297" cy="768999"/>
          </a:xfrm>
          <a:prstGeom prst="rect">
            <a:avLst/>
          </a:prstGeom>
        </p:spPr>
      </p:pic>
      <p:pic>
        <p:nvPicPr>
          <p:cNvPr id="12" name="Picture 11" descr="Een veilige baby box in de woonkamer – 24Baby.nl">
            <a:extLst>
              <a:ext uri="{FF2B5EF4-FFF2-40B4-BE49-F238E27FC236}">
                <a16:creationId xmlns:a16="http://schemas.microsoft.com/office/drawing/2014/main" id="{B3E8C00F-5F78-789D-B791-59B3C23AA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571" y="1940238"/>
            <a:ext cx="1372950" cy="915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D93FF6-9B08-AD52-BD1D-157A27E93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153" y="3840870"/>
            <a:ext cx="1241518" cy="11445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C617DA-8422-85EA-03B5-07FD9A88E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571" y="3282194"/>
            <a:ext cx="2015193" cy="13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7EADA-FF78-BA5B-0FD2-7C98BA51F7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66CA6-8077-FA4A-A0A7-2A73A1BD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44E64-BCE8-E653-23C5-95A651453E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2F05C-9810-913C-CC28-EA8CC487656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C30D8F-6160-11B4-2E24-ED02E299FD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674D488-1181-E73C-5F7D-6CE0024DC460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02A7DC-A645-1C14-8680-F2E01A35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81" y="-148850"/>
            <a:ext cx="5527248" cy="6614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27D4EF-85C9-A342-4ADC-A0D8C113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305" y="460646"/>
            <a:ext cx="2613887" cy="60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9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C5E07D-0643-AC3F-2311-603A57D0EA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30123-4C86-5E9C-E935-A3A47A29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9EA53-82BB-5487-466B-C63460426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C31E4-814B-6241-5D7E-0338862C871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F1411D-0280-154F-AEAC-4C20B7AA46B2}" type="slidenum">
              <a:rPr kumimoji="0" lang="nl-NL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nl-NL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1935DE-C9A3-9669-6E2F-E1F40CF165F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8B3E7C-ACD2-D5AA-4E27-46DE6CBF7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55" y="2136193"/>
            <a:ext cx="4128464" cy="286819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0B730C-D682-3A7B-E7A9-B6EC9FAC3E98}"/>
              </a:ext>
            </a:extLst>
          </p:cNvPr>
          <p:cNvSpPr>
            <a:spLocks noGrp="1"/>
          </p:cNvSpPr>
          <p:nvPr>
            <p:ph type="pic" idx="9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8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clusion 2025 (magenta)">
  <a:themeElements>
    <a:clrScheme name="Conclusion2024">
      <a:dk1>
        <a:srgbClr val="000000"/>
      </a:dk1>
      <a:lt1>
        <a:srgbClr val="FFFFFF"/>
      </a:lt1>
      <a:dk2>
        <a:srgbClr val="BC448C"/>
      </a:dk2>
      <a:lt2>
        <a:srgbClr val="F2F2F2"/>
      </a:lt2>
      <a:accent1>
        <a:srgbClr val="E63232"/>
      </a:accent1>
      <a:accent2>
        <a:srgbClr val="00AACB"/>
      </a:accent2>
      <a:accent3>
        <a:srgbClr val="1369AF"/>
      </a:accent3>
      <a:accent4>
        <a:srgbClr val="F1CA13"/>
      </a:accent4>
      <a:accent5>
        <a:srgbClr val="529F45"/>
      </a:accent5>
      <a:accent6>
        <a:srgbClr val="5A3F8C"/>
      </a:accent6>
      <a:hlink>
        <a:srgbClr val="000000"/>
      </a:hlink>
      <a:folHlink>
        <a:srgbClr val="000000"/>
      </a:folHlink>
    </a:clrScheme>
    <a:fontScheme name="Cust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3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4" id="{84F741D4-CDAF-4910-8522-8402FBD46C12}" vid="{4B9BE475-E508-491C-9ABB-E36B1160493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0B9E64A7B90B499F767EB2F0BD9B16" ma:contentTypeVersion="13" ma:contentTypeDescription="Een nieuw document maken." ma:contentTypeScope="" ma:versionID="dcd855ab7f280555011c8f8d72c4e632">
  <xsd:schema xmlns:xsd="http://www.w3.org/2001/XMLSchema" xmlns:xs="http://www.w3.org/2001/XMLSchema" xmlns:p="http://schemas.microsoft.com/office/2006/metadata/properties" xmlns:ns2="bd3a200e-a112-4432-b134-79c9e3991b87" xmlns:ns3="a74c57c6-afd1-46a5-a503-29300b13d321" targetNamespace="http://schemas.microsoft.com/office/2006/metadata/properties" ma:root="true" ma:fieldsID="ecc54e17a22d2c2b26325a2dfce8de38" ns2:_="" ns3:_="">
    <xsd:import namespace="bd3a200e-a112-4432-b134-79c9e3991b87"/>
    <xsd:import namespace="a74c57c6-afd1-46a5-a503-29300b13d3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3a200e-a112-4432-b134-79c9e3991b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4c57c6-afd1-46a5-a503-29300b13d32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30B6BE-D342-4FB8-AD8D-CE944B9B51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2D2363-99DA-4FB8-81FA-0575BCCB25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3a200e-a112-4432-b134-79c9e3991b87"/>
    <ds:schemaRef ds:uri="a74c57c6-afd1-46a5-a503-29300b13d3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5AC609-73BA-494A-B3BE-9B9462CCC558}">
  <ds:schemaRefs>
    <ds:schemaRef ds:uri="http://schemas.microsoft.com/office/2006/metadata/properties"/>
    <ds:schemaRef ds:uri="http://schemas.microsoft.com/office/infopath/2007/PartnerControls"/>
    <ds:schemaRef ds:uri="6dc85ea1-5c6a-4802-a3d0-6a3af370d36c"/>
    <ds:schemaRef ds:uri="739ced00-a3e4-4613-8881-c70ae023b85d"/>
  </ds:schemaRefs>
</ds:datastoreItem>
</file>

<file path=docMetadata/LabelInfo.xml><?xml version="1.0" encoding="utf-8"?>
<clbl:labelList xmlns:clbl="http://schemas.microsoft.com/office/2020/mipLabelMetadata">
  <clbl:label id="{2c0a5b0b-6004-4e2e-bebe-8919e824c3c6}" enabled="1" method="Standard" siteId="{21429da9-e4ad-45f9-9a6f-cd126a64274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 template_magenta</Template>
  <TotalTime>5585</TotalTime>
  <Words>1365</Words>
  <Application>Microsoft Office PowerPoint</Application>
  <PresentationFormat>Widescreen</PresentationFormat>
  <Paragraphs>173</Paragraphs>
  <Slides>26</Slides>
  <Notes>6</Notes>
  <HiddenSlides>2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Segoe UI</vt:lpstr>
      <vt:lpstr>Source Serif 4 48pt</vt:lpstr>
      <vt:lpstr>Wingdings</vt:lpstr>
      <vt:lpstr>Source Serif 4 SemiBold</vt:lpstr>
      <vt:lpstr>Calibri</vt:lpstr>
      <vt:lpstr>Segoe UI Light</vt:lpstr>
      <vt:lpstr>Arial Black</vt:lpstr>
      <vt:lpstr>Conclusion 2025 (magenta)</vt:lpstr>
      <vt:lpstr>titel slide (afbeelding)</vt:lpstr>
      <vt:lpstr>Dat doet ‘ie anders nooit hoor..</vt:lpstr>
      <vt:lpstr>De mens (en het bedrijf) achter de agent</vt:lpstr>
      <vt:lpstr>De mens (en het bedrijf) achter de agent</vt:lpstr>
      <vt:lpstr>PowerPoint Presentation</vt:lpstr>
      <vt:lpstr>PowerPoint Presentation</vt:lpstr>
      <vt:lpstr>PowerPoint Presentation</vt:lpstr>
      <vt:lpstr>AI Act</vt:lpstr>
      <vt:lpstr>AI Act</vt:lpstr>
      <vt:lpstr>Autonomous ai agentic systeem</vt:lpstr>
      <vt:lpstr>Waarom willen we autonome agents?</vt:lpstr>
      <vt:lpstr>Het 5D model: Basis van een AI Agent</vt:lpstr>
      <vt:lpstr>Het 5D model: Basis van een AI Agent</vt:lpstr>
      <vt:lpstr>Waar zit Risico van autonoom gedrag?</vt:lpstr>
      <vt:lpstr>Wat “doet” een AI Agent?</vt:lpstr>
      <vt:lpstr>Hoe neem je verantwoordelijkheid?</vt:lpstr>
      <vt:lpstr>Temmen van de agents</vt:lpstr>
      <vt:lpstr>Temmen van de agents</vt:lpstr>
      <vt:lpstr>Temmen van de agents</vt:lpstr>
      <vt:lpstr>Temmen van de agents</vt:lpstr>
      <vt:lpstr>Autonomie alleen waar nodig</vt:lpstr>
      <vt:lpstr>AI agents: organisatorische Skill atrofie</vt:lpstr>
      <vt:lpstr>digitalE Autonomie van organisatie</vt:lpstr>
      <vt:lpstr>Fundament voor autonome (agentic) systemen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Jellema</dc:creator>
  <cp:lastModifiedBy>Lucas Jellema</cp:lastModifiedBy>
  <cp:revision>1</cp:revision>
  <dcterms:created xsi:type="dcterms:W3CDTF">2026-09-25T06:19:31Z</dcterms:created>
  <dcterms:modified xsi:type="dcterms:W3CDTF">2026-09-29T06:11:15Z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0x010100E60B9E64A7B90B499F767EB2F0BD9B16</vt:lpwstr>
  </property>
  <property fmtid="{D5CDD505-2E9C-101B-9397-08002B2CF9AE}" pid="3" name="MediaServiceImageTags">
    <vt:lpwstr/>
  </property>
</Properties>
</file>